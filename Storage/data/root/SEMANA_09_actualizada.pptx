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68" r:id="rId29"/>
    <p:sldId id="269" r:id="rId30"/>
    <p:sldId id="270" r:id="rId31"/>
  </p:sldIdLst>
  <p:sldSz cx="12192000" cy="6858000"/>
  <p:notesSz cx="6858000" cy="9144000"/>
  <p:embeddedFontLst>
    <p:embeddedFont>
      <p:font typeface="Gill Sans" panose="020B0604020202020204" charset="0"/>
      <p:regular r:id="rId33"/>
      <p:bold r:id="rId34"/>
    </p:embeddedFont>
    <p:embeddedFont>
      <p:font typeface="Roboto" panose="020000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jhHXwdtDZCWhLbnY4hRx4r+Ime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 name="Google Shape;4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 name="Google Shape;5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 name="Google Shape;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 name="Google Shape;6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 name="Google Shape;7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Nombre del Curso">
  <p:cSld name="Nombre del Curso">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9"/>
          <p:cNvSpPr txBox="1">
            <a:spLocks noGrp="1"/>
          </p:cNvSpPr>
          <p:nvPr>
            <p:ph type="title"/>
          </p:nvPr>
        </p:nvSpPr>
        <p:spPr>
          <a:xfrm>
            <a:off x="2064672" y="2254989"/>
            <a:ext cx="8983542" cy="700195"/>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200"/>
              <a:buFont typeface="Roboto"/>
              <a:buNone/>
              <a:defRPr sz="3200" b="1">
                <a:solidFill>
                  <a:schemeClr val="lt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9"/>
          <p:cNvSpPr txBox="1">
            <a:spLocks noGrp="1"/>
          </p:cNvSpPr>
          <p:nvPr>
            <p:ph type="body" idx="1"/>
          </p:nvPr>
        </p:nvSpPr>
        <p:spPr>
          <a:xfrm>
            <a:off x="2875175" y="3267846"/>
            <a:ext cx="6925772" cy="523273"/>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3000"/>
              <a:buNone/>
              <a:defRPr sz="3000" b="1">
                <a:solidFill>
                  <a:schemeClr val="lt1"/>
                </a:solidFill>
                <a:latin typeface="Roboto"/>
                <a:ea typeface="Roboto"/>
                <a:cs typeface="Roboto"/>
                <a:sym typeface="Roboto"/>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39"/>
          <p:cNvSpPr txBox="1">
            <a:spLocks noGrp="1"/>
          </p:cNvSpPr>
          <p:nvPr>
            <p:ph type="body" idx="2"/>
          </p:nvPr>
        </p:nvSpPr>
        <p:spPr>
          <a:xfrm>
            <a:off x="4048249" y="4114296"/>
            <a:ext cx="2103167" cy="408018"/>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lt1"/>
              </a:buClr>
              <a:buSzPts val="1600"/>
              <a:buNone/>
              <a:defRPr sz="1600">
                <a:solidFill>
                  <a:schemeClr val="lt1"/>
                </a:solidFill>
                <a:latin typeface="Roboto"/>
                <a:ea typeface="Roboto"/>
                <a:cs typeface="Roboto"/>
                <a:sym typeface="Roboto"/>
              </a:defRPr>
            </a:lvl1pPr>
            <a:lvl2pPr marL="914400" lvl="1"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marL="1371600" lvl="2"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3pPr>
            <a:lvl4pPr marL="1828800" lvl="3"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4pPr>
            <a:lvl5pPr marL="2286000" lvl="4"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 name="Google Shape;15;p39"/>
          <p:cNvSpPr txBox="1">
            <a:spLocks noGrp="1"/>
          </p:cNvSpPr>
          <p:nvPr>
            <p:ph type="body" idx="3"/>
          </p:nvPr>
        </p:nvSpPr>
        <p:spPr>
          <a:xfrm>
            <a:off x="7296347" y="4142004"/>
            <a:ext cx="1820362" cy="408018"/>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1600"/>
              <a:buNone/>
              <a:defRPr sz="1600">
                <a:solidFill>
                  <a:schemeClr val="lt1"/>
                </a:solidFill>
                <a:latin typeface="Roboto"/>
                <a:ea typeface="Roboto"/>
                <a:cs typeface="Roboto"/>
                <a:sym typeface="Roboto"/>
              </a:defRPr>
            </a:lvl1pPr>
            <a:lvl2pPr marL="914400" lvl="1"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marL="1371600" lvl="2"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3pPr>
            <a:lvl4pPr marL="1828800" lvl="3"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4pPr>
            <a:lvl5pPr marL="2286000" lvl="4" indent="-2286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Nombre del tema">
  <p:cSld name="Nombre del tema">
    <p:spTree>
      <p:nvGrpSpPr>
        <p:cNvPr id="1" name="Shape 16"/>
        <p:cNvGrpSpPr/>
        <p:nvPr/>
      </p:nvGrpSpPr>
      <p:grpSpPr>
        <a:xfrm>
          <a:off x="0" y="0"/>
          <a:ext cx="0" cy="0"/>
          <a:chOff x="0" y="0"/>
          <a:chExt cx="0" cy="0"/>
        </a:xfrm>
      </p:grpSpPr>
      <p:sp>
        <p:nvSpPr>
          <p:cNvPr id="17" name="Google Shape;17;p40"/>
          <p:cNvSpPr txBox="1">
            <a:spLocks noGrp="1"/>
          </p:cNvSpPr>
          <p:nvPr>
            <p:ph type="title"/>
          </p:nvPr>
        </p:nvSpPr>
        <p:spPr>
          <a:xfrm>
            <a:off x="2129832" y="1768570"/>
            <a:ext cx="8318378" cy="700195"/>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1B3156"/>
              </a:buClr>
              <a:buSzPts val="4400"/>
              <a:buFont typeface="Roboto"/>
              <a:buNone/>
              <a:defRPr b="1">
                <a:solidFill>
                  <a:srgbClr val="1B3156"/>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40"/>
          <p:cNvSpPr txBox="1">
            <a:spLocks noGrp="1"/>
          </p:cNvSpPr>
          <p:nvPr>
            <p:ph type="body" idx="1"/>
          </p:nvPr>
        </p:nvSpPr>
        <p:spPr>
          <a:xfrm>
            <a:off x="1065389" y="5239028"/>
            <a:ext cx="6472237" cy="66582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3970"/>
              </a:buClr>
              <a:buSzPts val="1800"/>
              <a:buNone/>
              <a:defRPr sz="1800">
                <a:solidFill>
                  <a:srgbClr val="003970"/>
                </a:solidFill>
                <a:latin typeface="Roboto"/>
                <a:ea typeface="Roboto"/>
                <a:cs typeface="Roboto"/>
                <a:sym typeface="Roboto"/>
              </a:defRPr>
            </a:lvl1pPr>
            <a:lvl2pPr marL="914400" lvl="1" indent="-228600" algn="l">
              <a:lnSpc>
                <a:spcPct val="90000"/>
              </a:lnSpc>
              <a:spcBef>
                <a:spcPts val="500"/>
              </a:spcBef>
              <a:spcAft>
                <a:spcPts val="0"/>
              </a:spcAft>
              <a:buClr>
                <a:schemeClr val="dk1"/>
              </a:buClr>
              <a:buSzPts val="1800"/>
              <a:buNone/>
              <a:defRPr sz="1800"/>
            </a:lvl2pPr>
            <a:lvl3pPr marL="1371600" lvl="2" indent="-228600" algn="l">
              <a:lnSpc>
                <a:spcPct val="90000"/>
              </a:lnSpc>
              <a:spcBef>
                <a:spcPts val="500"/>
              </a:spcBef>
              <a:spcAft>
                <a:spcPts val="0"/>
              </a:spcAft>
              <a:buClr>
                <a:schemeClr val="dk1"/>
              </a:buClr>
              <a:buSzPts val="1800"/>
              <a:buNone/>
              <a:defRPr sz="1800"/>
            </a:lvl3pPr>
            <a:lvl4pPr marL="1828800" lvl="3" indent="-228600" algn="l">
              <a:lnSpc>
                <a:spcPct val="90000"/>
              </a:lnSpc>
              <a:spcBef>
                <a:spcPts val="500"/>
              </a:spcBef>
              <a:spcAft>
                <a:spcPts val="0"/>
              </a:spcAft>
              <a:buClr>
                <a:schemeClr val="dk1"/>
              </a:buClr>
              <a:buSzPts val="1800"/>
              <a:buNone/>
              <a:defRPr sz="1800"/>
            </a:lvl4pPr>
            <a:lvl5pPr marL="2286000" lvl="4" indent="-228600" algn="l">
              <a:lnSpc>
                <a:spcPct val="90000"/>
              </a:lnSpc>
              <a:spcBef>
                <a:spcPts val="500"/>
              </a:spcBef>
              <a:spcAft>
                <a:spcPts val="0"/>
              </a:spcAft>
              <a:buClr>
                <a:schemeClr val="dk1"/>
              </a:buClr>
              <a:buSzPts val="1800"/>
              <a:buNone/>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9" name="Google Shape;19;p40"/>
          <p:cNvCxnSpPr/>
          <p:nvPr/>
        </p:nvCxnSpPr>
        <p:spPr>
          <a:xfrm>
            <a:off x="7794594" y="5930283"/>
            <a:ext cx="0" cy="665826"/>
          </a:xfrm>
          <a:prstGeom prst="straightConnector1">
            <a:avLst/>
          </a:prstGeom>
          <a:noFill/>
          <a:ln w="9525" cap="flat" cmpd="sng">
            <a:solidFill>
              <a:schemeClr val="lt1"/>
            </a:solidFill>
            <a:prstDash val="solid"/>
            <a:miter lim="800000"/>
            <a:headEnd type="none" w="sm" len="sm"/>
            <a:tailEnd type="none" w="sm" len="sm"/>
          </a:ln>
        </p:spPr>
      </p:cxnSp>
      <p:sp>
        <p:nvSpPr>
          <p:cNvPr id="20" name="Google Shape;20;p40"/>
          <p:cNvSpPr txBox="1">
            <a:spLocks noGrp="1"/>
          </p:cNvSpPr>
          <p:nvPr>
            <p:ph type="body" idx="2"/>
          </p:nvPr>
        </p:nvSpPr>
        <p:spPr>
          <a:xfrm>
            <a:off x="7938669" y="5239028"/>
            <a:ext cx="3708829" cy="66582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3970"/>
              </a:buClr>
              <a:buSzPts val="1800"/>
              <a:buNone/>
              <a:defRPr sz="1800">
                <a:solidFill>
                  <a:srgbClr val="003970"/>
                </a:solidFill>
                <a:latin typeface="Roboto"/>
                <a:ea typeface="Roboto"/>
                <a:cs typeface="Roboto"/>
                <a:sym typeface="Roboto"/>
              </a:defRPr>
            </a:lvl1pPr>
            <a:lvl2pPr marL="914400" lvl="1" indent="-228600" algn="l">
              <a:lnSpc>
                <a:spcPct val="90000"/>
              </a:lnSpc>
              <a:spcBef>
                <a:spcPts val="500"/>
              </a:spcBef>
              <a:spcAft>
                <a:spcPts val="0"/>
              </a:spcAft>
              <a:buClr>
                <a:schemeClr val="dk1"/>
              </a:buClr>
              <a:buSzPts val="1800"/>
              <a:buNone/>
              <a:defRPr sz="1800"/>
            </a:lvl2pPr>
            <a:lvl3pPr marL="1371600" lvl="2" indent="-228600" algn="l">
              <a:lnSpc>
                <a:spcPct val="90000"/>
              </a:lnSpc>
              <a:spcBef>
                <a:spcPts val="500"/>
              </a:spcBef>
              <a:spcAft>
                <a:spcPts val="0"/>
              </a:spcAft>
              <a:buClr>
                <a:schemeClr val="dk1"/>
              </a:buClr>
              <a:buSzPts val="1800"/>
              <a:buNone/>
              <a:defRPr sz="1800"/>
            </a:lvl3pPr>
            <a:lvl4pPr marL="1828800" lvl="3" indent="-228600" algn="l">
              <a:lnSpc>
                <a:spcPct val="90000"/>
              </a:lnSpc>
              <a:spcBef>
                <a:spcPts val="500"/>
              </a:spcBef>
              <a:spcAft>
                <a:spcPts val="0"/>
              </a:spcAft>
              <a:buClr>
                <a:schemeClr val="dk1"/>
              </a:buClr>
              <a:buSzPts val="1800"/>
              <a:buNone/>
              <a:defRPr sz="1800"/>
            </a:lvl4pPr>
            <a:lvl5pPr marL="2286000" lvl="4" indent="-228600" algn="l">
              <a:lnSpc>
                <a:spcPct val="90000"/>
              </a:lnSpc>
              <a:spcBef>
                <a:spcPts val="500"/>
              </a:spcBef>
              <a:spcAft>
                <a:spcPts val="0"/>
              </a:spcAft>
              <a:buClr>
                <a:schemeClr val="dk1"/>
              </a:buClr>
              <a:buSzPts val="1800"/>
              <a:buNone/>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otivación">
  <p:cSld name="Motivación">
    <p:spTree>
      <p:nvGrpSpPr>
        <p:cNvPr id="1" name="Shape 21"/>
        <p:cNvGrpSpPr/>
        <p:nvPr/>
      </p:nvGrpSpPr>
      <p:grpSpPr>
        <a:xfrm>
          <a:off x="0" y="0"/>
          <a:ext cx="0" cy="0"/>
          <a:chOff x="0" y="0"/>
          <a:chExt cx="0" cy="0"/>
        </a:xfrm>
      </p:grpSpPr>
      <p:sp>
        <p:nvSpPr>
          <p:cNvPr id="22" name="Google Shape;22;p41"/>
          <p:cNvSpPr txBox="1">
            <a:spLocks noGrp="1"/>
          </p:cNvSpPr>
          <p:nvPr>
            <p:ph type="body" idx="1"/>
          </p:nvPr>
        </p:nvSpPr>
        <p:spPr>
          <a:xfrm>
            <a:off x="846182" y="1331989"/>
            <a:ext cx="4275338" cy="4021246"/>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C00000"/>
              </a:buClr>
              <a:buSzPts val="2400"/>
              <a:buFont typeface="Noto Sans Symbols"/>
              <a:buNone/>
              <a:defRPr sz="2400">
                <a:solidFill>
                  <a:srgbClr val="003970"/>
                </a:solidFill>
                <a:latin typeface="Roboto"/>
                <a:ea typeface="Roboto"/>
                <a:cs typeface="Roboto"/>
                <a:sym typeface="Roboto"/>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41"/>
          <p:cNvSpPr>
            <a:spLocks noGrp="1"/>
          </p:cNvSpPr>
          <p:nvPr>
            <p:ph type="media" idx="2"/>
          </p:nvPr>
        </p:nvSpPr>
        <p:spPr>
          <a:xfrm>
            <a:off x="5362591" y="1331989"/>
            <a:ext cx="6506854" cy="4021246"/>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rgbClr val="003970"/>
              </a:buClr>
              <a:buSzPts val="2800"/>
              <a:buFont typeface="Arial"/>
              <a:buChar char="•"/>
              <a:defRPr sz="2800" b="0" i="0" u="none" strike="noStrike" cap="none">
                <a:solidFill>
                  <a:srgbClr val="003970"/>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41"/>
          <p:cNvSpPr txBox="1"/>
          <p:nvPr/>
        </p:nvSpPr>
        <p:spPr>
          <a:xfrm>
            <a:off x="365313" y="138022"/>
            <a:ext cx="2912725" cy="48013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1B3156"/>
              </a:buClr>
              <a:buSzPts val="2800"/>
              <a:buFont typeface="Roboto"/>
              <a:buNone/>
            </a:pPr>
            <a:r>
              <a:rPr lang="es-ES" sz="2800" b="1" i="0" u="none" strike="noStrike" cap="none">
                <a:solidFill>
                  <a:srgbClr val="1B3156"/>
                </a:solidFill>
                <a:latin typeface="Roboto"/>
                <a:ea typeface="Roboto"/>
                <a:cs typeface="Roboto"/>
                <a:sym typeface="Roboto"/>
              </a:rPr>
              <a:t>MOTIVACIÓN</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55"/>
          <p:cNvSpPr txBox="1">
            <a:spLocks noGrp="1"/>
          </p:cNvSpPr>
          <p:nvPr>
            <p:ph type="title"/>
          </p:nvPr>
        </p:nvSpPr>
        <p:spPr>
          <a:xfrm>
            <a:off x="1388962" y="382385"/>
            <a:ext cx="10041038"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5"/>
          <p:cNvSpPr txBox="1">
            <a:spLocks noGrp="1"/>
          </p:cNvSpPr>
          <p:nvPr>
            <p:ph type="body" idx="1"/>
          </p:nvPr>
        </p:nvSpPr>
        <p:spPr>
          <a:xfrm>
            <a:off x="1388962" y="2286001"/>
            <a:ext cx="10041038" cy="3593591"/>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28" name="Google Shape;28;p55"/>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5"/>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5"/>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eferencias">
  <p:cSld name="Referencias">
    <p:spTree>
      <p:nvGrpSpPr>
        <p:cNvPr id="1" name="Shape 31"/>
        <p:cNvGrpSpPr/>
        <p:nvPr/>
      </p:nvGrpSpPr>
      <p:grpSpPr>
        <a:xfrm>
          <a:off x="0" y="0"/>
          <a:ext cx="0" cy="0"/>
          <a:chOff x="0" y="0"/>
          <a:chExt cx="0" cy="0"/>
        </a:xfrm>
      </p:grpSpPr>
      <p:sp>
        <p:nvSpPr>
          <p:cNvPr id="32" name="Google Shape;32;p44"/>
          <p:cNvSpPr txBox="1">
            <a:spLocks noGrp="1"/>
          </p:cNvSpPr>
          <p:nvPr>
            <p:ph type="body" idx="1"/>
          </p:nvPr>
        </p:nvSpPr>
        <p:spPr>
          <a:xfrm>
            <a:off x="621268" y="1359023"/>
            <a:ext cx="9898062" cy="4962525"/>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B3156"/>
              </a:buClr>
              <a:buSzPts val="2800"/>
              <a:buChar char="•"/>
              <a:defRPr>
                <a:solidFill>
                  <a:srgbClr val="1B3156"/>
                </a:solidFill>
                <a:latin typeface="Roboto"/>
                <a:ea typeface="Roboto"/>
                <a:cs typeface="Roboto"/>
                <a:sym typeface="Roboto"/>
              </a:defRPr>
            </a:lvl1pPr>
            <a:lvl2pPr marL="914400" lvl="1" indent="-381000" algn="l">
              <a:lnSpc>
                <a:spcPct val="90000"/>
              </a:lnSpc>
              <a:spcBef>
                <a:spcPts val="500"/>
              </a:spcBef>
              <a:spcAft>
                <a:spcPts val="0"/>
              </a:spcAft>
              <a:buClr>
                <a:srgbClr val="1B3156"/>
              </a:buClr>
              <a:buSzPts val="2400"/>
              <a:buChar char="•"/>
              <a:defRPr>
                <a:solidFill>
                  <a:srgbClr val="1B3156"/>
                </a:solidFill>
                <a:latin typeface="Roboto"/>
                <a:ea typeface="Roboto"/>
                <a:cs typeface="Roboto"/>
                <a:sym typeface="Roboto"/>
              </a:defRPr>
            </a:lvl2pPr>
            <a:lvl3pPr marL="1371600" lvl="2" indent="-355600" algn="l">
              <a:lnSpc>
                <a:spcPct val="90000"/>
              </a:lnSpc>
              <a:spcBef>
                <a:spcPts val="500"/>
              </a:spcBef>
              <a:spcAft>
                <a:spcPts val="0"/>
              </a:spcAft>
              <a:buClr>
                <a:srgbClr val="1B3156"/>
              </a:buClr>
              <a:buSzPts val="2000"/>
              <a:buChar char="•"/>
              <a:defRPr>
                <a:solidFill>
                  <a:srgbClr val="1B3156"/>
                </a:solidFill>
                <a:latin typeface="Roboto"/>
                <a:ea typeface="Roboto"/>
                <a:cs typeface="Roboto"/>
                <a:sym typeface="Roboto"/>
              </a:defRPr>
            </a:lvl3pPr>
            <a:lvl4pPr marL="1828800" lvl="3" indent="-342900" algn="l">
              <a:lnSpc>
                <a:spcPct val="90000"/>
              </a:lnSpc>
              <a:spcBef>
                <a:spcPts val="500"/>
              </a:spcBef>
              <a:spcAft>
                <a:spcPts val="0"/>
              </a:spcAft>
              <a:buClr>
                <a:srgbClr val="1B3156"/>
              </a:buClr>
              <a:buSzPts val="1800"/>
              <a:buChar char="•"/>
              <a:defRPr>
                <a:solidFill>
                  <a:srgbClr val="1B3156"/>
                </a:solidFill>
                <a:latin typeface="Roboto"/>
                <a:ea typeface="Roboto"/>
                <a:cs typeface="Roboto"/>
                <a:sym typeface="Roboto"/>
              </a:defRPr>
            </a:lvl4pPr>
            <a:lvl5pPr marL="2286000" lvl="4" indent="-342900" algn="l">
              <a:lnSpc>
                <a:spcPct val="90000"/>
              </a:lnSpc>
              <a:spcBef>
                <a:spcPts val="500"/>
              </a:spcBef>
              <a:spcAft>
                <a:spcPts val="0"/>
              </a:spcAft>
              <a:buClr>
                <a:srgbClr val="1B3156"/>
              </a:buClr>
              <a:buSzPts val="1800"/>
              <a:buChar char="•"/>
              <a:defRPr>
                <a:solidFill>
                  <a:srgbClr val="1B3156"/>
                </a:solidFill>
                <a:latin typeface="Roboto"/>
                <a:ea typeface="Roboto"/>
                <a:cs typeface="Roboto"/>
                <a:sym typeface="Robo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4"/>
          <p:cNvSpPr txBox="1"/>
          <p:nvPr/>
        </p:nvSpPr>
        <p:spPr>
          <a:xfrm>
            <a:off x="365313" y="138022"/>
            <a:ext cx="2912725" cy="48013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1B3156"/>
              </a:buClr>
              <a:buSzPts val="2800"/>
              <a:buFont typeface="Roboto"/>
              <a:buNone/>
            </a:pPr>
            <a:r>
              <a:rPr lang="es-ES" sz="2800" b="1" i="0" u="none" strike="noStrike" cap="none">
                <a:solidFill>
                  <a:srgbClr val="1B3156"/>
                </a:solidFill>
                <a:latin typeface="Roboto"/>
                <a:ea typeface="Roboto"/>
                <a:cs typeface="Roboto"/>
                <a:sym typeface="Roboto"/>
              </a:rPr>
              <a:t>REFERENCIAS</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racias">
  <p:cSld name="Gracias">
    <p:spTree>
      <p:nvGrpSpPr>
        <p:cNvPr id="1" name="Shape 34"/>
        <p:cNvGrpSpPr/>
        <p:nvPr/>
      </p:nvGrpSpPr>
      <p:grpSpPr>
        <a:xfrm>
          <a:off x="0" y="0"/>
          <a:ext cx="0" cy="0"/>
          <a:chOff x="0" y="0"/>
          <a:chExt cx="0" cy="0"/>
        </a:xfrm>
      </p:grpSpPr>
      <p:sp>
        <p:nvSpPr>
          <p:cNvPr id="35" name="Google Shape;35;p45"/>
          <p:cNvSpPr txBox="1"/>
          <p:nvPr/>
        </p:nvSpPr>
        <p:spPr>
          <a:xfrm>
            <a:off x="8620792" y="5434641"/>
            <a:ext cx="2912725" cy="48013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1B3156"/>
              </a:buClr>
              <a:buSzPts val="2800"/>
              <a:buFont typeface="Roboto"/>
              <a:buNone/>
            </a:pPr>
            <a:r>
              <a:rPr lang="es-ES" sz="2800" b="1" i="0" u="none" strike="noStrike" cap="none">
                <a:solidFill>
                  <a:srgbClr val="1B3156"/>
                </a:solidFill>
                <a:latin typeface="Roboto"/>
                <a:ea typeface="Roboto"/>
                <a:cs typeface="Roboto"/>
                <a:sym typeface="Roboto"/>
              </a:rPr>
              <a:t>GRACIAS…!</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Recursos">
  <p:cSld name="Recursos">
    <p:spTree>
      <p:nvGrpSpPr>
        <p:cNvPr id="1" name="Shape 36"/>
        <p:cNvGrpSpPr/>
        <p:nvPr/>
      </p:nvGrpSpPr>
      <p:grpSpPr>
        <a:xfrm>
          <a:off x="0" y="0"/>
          <a:ext cx="0" cy="0"/>
          <a:chOff x="0" y="0"/>
          <a:chExt cx="0" cy="0"/>
        </a:xfrm>
      </p:grpSpPr>
      <p:sp>
        <p:nvSpPr>
          <p:cNvPr id="37" name="Google Shape;37;p46"/>
          <p:cNvSpPr txBox="1"/>
          <p:nvPr/>
        </p:nvSpPr>
        <p:spPr>
          <a:xfrm>
            <a:off x="365313" y="138022"/>
            <a:ext cx="2912725" cy="48013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1B3156"/>
              </a:buClr>
              <a:buSzPts val="2800"/>
              <a:buFont typeface="Roboto"/>
              <a:buNone/>
            </a:pPr>
            <a:r>
              <a:rPr lang="es-ES" sz="2800" b="1" i="0" u="none" strike="noStrike" cap="none">
                <a:solidFill>
                  <a:srgbClr val="1B3156"/>
                </a:solidFill>
                <a:latin typeface="Roboto"/>
                <a:ea typeface="Roboto"/>
                <a:cs typeface="Roboto"/>
                <a:sym typeface="Roboto"/>
              </a:rPr>
              <a:t>RECURSOS</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reguntas">
  <p:cSld name="Preguntas">
    <p:spTree>
      <p:nvGrpSpPr>
        <p:cNvPr id="1" name="Shape 38"/>
        <p:cNvGrpSpPr/>
        <p:nvPr/>
      </p:nvGrpSpPr>
      <p:grpSpPr>
        <a:xfrm>
          <a:off x="0" y="0"/>
          <a:ext cx="0" cy="0"/>
          <a:chOff x="0" y="0"/>
          <a:chExt cx="0" cy="0"/>
        </a:xfrm>
      </p:grpSpPr>
      <p:sp>
        <p:nvSpPr>
          <p:cNvPr id="39" name="Google Shape;39;p47"/>
          <p:cNvSpPr txBox="1">
            <a:spLocks noGrp="1"/>
          </p:cNvSpPr>
          <p:nvPr>
            <p:ph type="body" idx="1"/>
          </p:nvPr>
        </p:nvSpPr>
        <p:spPr>
          <a:xfrm>
            <a:off x="919162" y="2064212"/>
            <a:ext cx="9490075" cy="166975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B0F0"/>
              </a:buClr>
              <a:buSzPts val="1800"/>
              <a:buFont typeface="Noto Sans Symbols"/>
              <a:buChar char="▪"/>
              <a:defRPr sz="1800">
                <a:solidFill>
                  <a:srgbClr val="1B3156"/>
                </a:solidFill>
                <a:latin typeface="Roboto"/>
                <a:ea typeface="Roboto"/>
                <a:cs typeface="Roboto"/>
                <a:sym typeface="Roboto"/>
              </a:defRPr>
            </a:lvl1pPr>
            <a:lvl2pPr marL="914400" lvl="1"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marL="1371600" lvl="2"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3pPr>
            <a:lvl4pPr marL="1828800" lvl="3"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4pPr>
            <a:lvl5pPr marL="2286000" lvl="4"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7"/>
          <p:cNvSpPr txBox="1"/>
          <p:nvPr/>
        </p:nvSpPr>
        <p:spPr>
          <a:xfrm>
            <a:off x="365313" y="138022"/>
            <a:ext cx="2912725" cy="48013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1B3156"/>
              </a:buClr>
              <a:buSzPts val="2800"/>
              <a:buFont typeface="Roboto"/>
              <a:buNone/>
            </a:pPr>
            <a:r>
              <a:rPr lang="es-ES" sz="2800" b="1" i="0" u="none" strike="noStrike" cap="none">
                <a:solidFill>
                  <a:srgbClr val="1B3156"/>
                </a:solidFill>
                <a:latin typeface="Roboto"/>
                <a:ea typeface="Roboto"/>
                <a:cs typeface="Roboto"/>
                <a:sym typeface="Roboto"/>
              </a:rPr>
              <a:t>PREGUNTAS</a:t>
            </a:r>
            <a:endParaRPr sz="1400" b="0" i="0" u="none" strike="noStrike" cap="none">
              <a:solidFill>
                <a:srgbClr val="000000"/>
              </a:solidFill>
              <a:latin typeface="Arial"/>
              <a:ea typeface="Arial"/>
              <a:cs typeface="Arial"/>
              <a:sym typeface="Arial"/>
            </a:endParaRPr>
          </a:p>
        </p:txBody>
      </p:sp>
      <p:sp>
        <p:nvSpPr>
          <p:cNvPr id="41" name="Google Shape;41;p47"/>
          <p:cNvSpPr txBox="1"/>
          <p:nvPr/>
        </p:nvSpPr>
        <p:spPr>
          <a:xfrm>
            <a:off x="919162" y="1352184"/>
            <a:ext cx="3424687" cy="341632"/>
          </a:xfrm>
          <a:prstGeom prst="rect">
            <a:avLst/>
          </a:prstGeom>
          <a:solidFill>
            <a:srgbClr val="1B2D51"/>
          </a:solidFill>
          <a:ln>
            <a:noFill/>
          </a:ln>
        </p:spPr>
        <p:txBody>
          <a:bodyPr spcFirstLastPara="1" wrap="square" lIns="91425" tIns="45700" rIns="91425" bIns="45700" anchor="ctr" anchorCtr="0">
            <a:normAutofit/>
          </a:bodyPr>
          <a:lstStyle/>
          <a:p>
            <a:pPr marL="228600" marR="0" lvl="0" indent="-228600" algn="l" rtl="0">
              <a:lnSpc>
                <a:spcPct val="90000"/>
              </a:lnSpc>
              <a:spcBef>
                <a:spcPts val="0"/>
              </a:spcBef>
              <a:spcAft>
                <a:spcPts val="0"/>
              </a:spcAft>
              <a:buClr>
                <a:schemeClr val="lt1"/>
              </a:buClr>
              <a:buSzPts val="1800"/>
              <a:buFont typeface="Arial"/>
              <a:buNone/>
            </a:pPr>
            <a:r>
              <a:rPr lang="es-ES" sz="1800" b="0" i="0" u="none" strike="noStrike" cap="none">
                <a:solidFill>
                  <a:schemeClr val="lt1"/>
                </a:solidFill>
                <a:latin typeface="Roboto"/>
                <a:ea typeface="Roboto"/>
                <a:cs typeface="Roboto"/>
                <a:sym typeface="Roboto"/>
              </a:rPr>
              <a:t>Preguntas de saberes previos </a:t>
            </a:r>
            <a:endParaRPr sz="1800" b="0" i="0" u="none" strike="noStrike" cap="none">
              <a:solidFill>
                <a:schemeClr val="lt1"/>
              </a:solidFill>
              <a:latin typeface="Roboto"/>
              <a:ea typeface="Roboto"/>
              <a:cs typeface="Roboto"/>
              <a:sym typeface="Roboto"/>
            </a:endParaRPr>
          </a:p>
        </p:txBody>
      </p:sp>
      <p:sp>
        <p:nvSpPr>
          <p:cNvPr id="42" name="Google Shape;42;p47"/>
          <p:cNvSpPr txBox="1"/>
          <p:nvPr/>
        </p:nvSpPr>
        <p:spPr>
          <a:xfrm>
            <a:off x="919162" y="3990053"/>
            <a:ext cx="3424687" cy="341632"/>
          </a:xfrm>
          <a:prstGeom prst="rect">
            <a:avLst/>
          </a:prstGeom>
          <a:solidFill>
            <a:srgbClr val="1B2D51"/>
          </a:solidFill>
          <a:ln>
            <a:noFill/>
          </a:ln>
        </p:spPr>
        <p:txBody>
          <a:bodyPr spcFirstLastPara="1" wrap="square" lIns="91425" tIns="45700" rIns="91425" bIns="45700" anchor="ctr" anchorCtr="0">
            <a:normAutofit/>
          </a:bodyPr>
          <a:lstStyle/>
          <a:p>
            <a:pPr marL="228600" marR="0" lvl="0" indent="-228600" algn="l" rtl="0">
              <a:lnSpc>
                <a:spcPct val="90000"/>
              </a:lnSpc>
              <a:spcBef>
                <a:spcPts val="0"/>
              </a:spcBef>
              <a:spcAft>
                <a:spcPts val="0"/>
              </a:spcAft>
              <a:buClr>
                <a:schemeClr val="lt1"/>
              </a:buClr>
              <a:buSzPts val="1800"/>
              <a:buFont typeface="Arial"/>
              <a:buNone/>
            </a:pPr>
            <a:r>
              <a:rPr lang="es-ES" sz="1800" b="0" i="0" u="none" strike="noStrike" cap="none">
                <a:solidFill>
                  <a:schemeClr val="lt1"/>
                </a:solidFill>
                <a:latin typeface="Roboto"/>
                <a:ea typeface="Roboto"/>
                <a:cs typeface="Roboto"/>
                <a:sym typeface="Roboto"/>
              </a:rPr>
              <a:t>Preguntas conflicto cognitivo  </a:t>
            </a:r>
            <a:endParaRPr sz="1800" b="0" i="0" u="none" strike="noStrike" cap="none">
              <a:solidFill>
                <a:schemeClr val="lt1"/>
              </a:solidFill>
              <a:latin typeface="Roboto"/>
              <a:ea typeface="Roboto"/>
              <a:cs typeface="Roboto"/>
              <a:sym typeface="Roboto"/>
            </a:endParaRPr>
          </a:p>
        </p:txBody>
      </p:sp>
      <p:sp>
        <p:nvSpPr>
          <p:cNvPr id="43" name="Google Shape;43;p47"/>
          <p:cNvSpPr txBox="1">
            <a:spLocks noGrp="1"/>
          </p:cNvSpPr>
          <p:nvPr>
            <p:ph type="body" idx="2"/>
          </p:nvPr>
        </p:nvSpPr>
        <p:spPr>
          <a:xfrm>
            <a:off x="919162" y="4587769"/>
            <a:ext cx="9490075" cy="166975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B0F0"/>
              </a:buClr>
              <a:buSzPts val="1800"/>
              <a:buFont typeface="Noto Sans Symbols"/>
              <a:buChar char="▪"/>
              <a:defRPr sz="1800">
                <a:solidFill>
                  <a:srgbClr val="1B3156"/>
                </a:solidFill>
                <a:latin typeface="Roboto"/>
                <a:ea typeface="Roboto"/>
                <a:cs typeface="Roboto"/>
                <a:sym typeface="Roboto"/>
              </a:defRPr>
            </a:lvl1pPr>
            <a:lvl2pPr marL="914400" lvl="1"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marL="1371600" lvl="2"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3pPr>
            <a:lvl4pPr marL="1828800" lvl="3"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4pPr>
            <a:lvl5pPr marL="2286000" lvl="4"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es.scribd.com/document/861183798/Partes-Entorno-Excel"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hyperlink" Target="https://corporatefinanceinstitute-com.translate.goog/resources/excel/formula-vs-function/?_x_tr_sl=en&amp;_x_tr_tl=es&amp;_x_tr_hl=es&amp;_x_tr_pto=tc" TargetMode="External"/><Relationship Id="rId5" Type="http://schemas.openxmlformats.org/officeDocument/2006/relationships/hyperlink" Target="https://www.lenovo.com/co/es/glosario/microsoft-excel/?srsltid=AfmBOoo0as0OOwQi_D2berAZszqyIvmBhj0nWHxxc2ekIugWzkRRWqsC" TargetMode="External"/><Relationship Id="rId4" Type="http://schemas.openxmlformats.org/officeDocument/2006/relationships/hyperlink" Target="https://www.educa.jcyl.es/educacyl/cm/gallery/CCD/Area_4/A2.4_Excel_como_herramienta_de_evaluacion/1_qu_es_excel_aplicaciones.html"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
          <p:cNvSpPr txBox="1">
            <a:spLocks noGrp="1"/>
          </p:cNvSpPr>
          <p:nvPr>
            <p:ph type="title"/>
          </p:nvPr>
        </p:nvSpPr>
        <p:spPr>
          <a:xfrm>
            <a:off x="2064672" y="2254989"/>
            <a:ext cx="8983542" cy="70019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Roboto"/>
              <a:buNone/>
            </a:pPr>
            <a:r>
              <a:rPr lang="es-ES"/>
              <a:t>OFIMATICA</a:t>
            </a:r>
            <a:endParaRPr/>
          </a:p>
        </p:txBody>
      </p:sp>
      <p:sp>
        <p:nvSpPr>
          <p:cNvPr id="49" name="Google Shape;49;p1"/>
          <p:cNvSpPr txBox="1">
            <a:spLocks noGrp="1"/>
          </p:cNvSpPr>
          <p:nvPr>
            <p:ph type="body" idx="1"/>
          </p:nvPr>
        </p:nvSpPr>
        <p:spPr>
          <a:xfrm>
            <a:off x="2875175" y="3267846"/>
            <a:ext cx="6925772" cy="523273"/>
          </a:xfrm>
          <a:prstGeom prst="rect">
            <a:avLst/>
          </a:prstGeom>
          <a:noFill/>
          <a:ln>
            <a:noFill/>
          </a:ln>
        </p:spPr>
        <p:txBody>
          <a:bodyPr spcFirstLastPara="1" wrap="square" lIns="91425" tIns="45700" rIns="91425" bIns="45700" anchor="ctr" anchorCtr="0">
            <a:normAutofit fontScale="85000" lnSpcReduction="10000"/>
          </a:bodyPr>
          <a:lstStyle/>
          <a:p>
            <a:pPr marL="228600" lvl="0" indent="-228600" algn="ctr" rtl="0">
              <a:lnSpc>
                <a:spcPct val="90000"/>
              </a:lnSpc>
              <a:spcBef>
                <a:spcPts val="0"/>
              </a:spcBef>
              <a:spcAft>
                <a:spcPts val="0"/>
              </a:spcAft>
              <a:buClr>
                <a:schemeClr val="lt1"/>
              </a:buClr>
              <a:buSzPct val="100000"/>
              <a:buNone/>
            </a:pPr>
            <a:r>
              <a:rPr lang="es-ES"/>
              <a:t>ING. YEISON DANNER CARHUAPOMA DETT</a:t>
            </a:r>
            <a:endParaRPr/>
          </a:p>
        </p:txBody>
      </p:sp>
      <p:sp>
        <p:nvSpPr>
          <p:cNvPr id="50" name="Google Shape;50;p1"/>
          <p:cNvSpPr txBox="1">
            <a:spLocks noGrp="1"/>
          </p:cNvSpPr>
          <p:nvPr>
            <p:ph type="body" idx="2"/>
          </p:nvPr>
        </p:nvSpPr>
        <p:spPr>
          <a:xfrm>
            <a:off x="4048249" y="4114296"/>
            <a:ext cx="2103167" cy="408018"/>
          </a:xfrm>
          <a:prstGeom prst="rect">
            <a:avLst/>
          </a:prstGeom>
          <a:noFill/>
          <a:ln>
            <a:noFill/>
          </a:ln>
        </p:spPr>
        <p:txBody>
          <a:bodyPr spcFirstLastPara="1" wrap="square" lIns="91425" tIns="45700" rIns="91425" bIns="45700" anchor="ctr" anchorCtr="0">
            <a:normAutofit/>
          </a:bodyPr>
          <a:lstStyle/>
          <a:p>
            <a:pPr marL="228600" lvl="0" indent="-228600" algn="r" rtl="0">
              <a:lnSpc>
                <a:spcPct val="90000"/>
              </a:lnSpc>
              <a:spcBef>
                <a:spcPts val="0"/>
              </a:spcBef>
              <a:spcAft>
                <a:spcPts val="0"/>
              </a:spcAft>
              <a:buClr>
                <a:schemeClr val="lt1"/>
              </a:buClr>
              <a:buSzPts val="1600"/>
              <a:buNone/>
            </a:pPr>
            <a:r>
              <a:rPr lang="es-ES"/>
              <a:t>SEMESTRE 2025-II</a:t>
            </a:r>
            <a:endParaRPr/>
          </a:p>
        </p:txBody>
      </p:sp>
      <p:sp>
        <p:nvSpPr>
          <p:cNvPr id="51" name="Google Shape;51;p1"/>
          <p:cNvSpPr txBox="1">
            <a:spLocks noGrp="1"/>
          </p:cNvSpPr>
          <p:nvPr>
            <p:ph type="body" idx="3"/>
          </p:nvPr>
        </p:nvSpPr>
        <p:spPr>
          <a:xfrm>
            <a:off x="7296347" y="4142004"/>
            <a:ext cx="1820362" cy="408018"/>
          </a:xfrm>
          <a:prstGeom prst="rect">
            <a:avLst/>
          </a:prstGeom>
          <a:noFill/>
          <a:ln>
            <a:noFill/>
          </a:ln>
        </p:spPr>
        <p:txBody>
          <a:bodyPr spcFirstLastPara="1" wrap="square" lIns="91425" tIns="45700" rIns="91425" bIns="45700" anchor="ctr" anchorCtr="0">
            <a:normAutofit/>
          </a:bodyPr>
          <a:lstStyle/>
          <a:p>
            <a:pPr marL="228600" lvl="0" indent="-228600" algn="ctr" rtl="0">
              <a:lnSpc>
                <a:spcPct val="90000"/>
              </a:lnSpc>
              <a:spcBef>
                <a:spcPts val="0"/>
              </a:spcBef>
              <a:spcAft>
                <a:spcPts val="0"/>
              </a:spcAft>
              <a:buClr>
                <a:schemeClr val="lt1"/>
              </a:buClr>
              <a:buSzPts val="1600"/>
              <a:buNone/>
            </a:pPr>
            <a:r>
              <a:rPr lang="es-ES"/>
              <a:t>SEMANA N° 03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2"/>
          <p:cNvSpPr txBox="1">
            <a:spLocks noGrp="1"/>
          </p:cNvSpPr>
          <p:nvPr>
            <p:ph type="title"/>
          </p:nvPr>
        </p:nvSpPr>
        <p:spPr>
          <a:xfrm>
            <a:off x="2129832" y="1768570"/>
            <a:ext cx="8318378" cy="700195"/>
          </a:xfrm>
          <a:prstGeom prst="rect">
            <a:avLst/>
          </a:prstGeom>
          <a:noFill/>
          <a:ln>
            <a:noFill/>
          </a:ln>
        </p:spPr>
        <p:txBody>
          <a:bodyPr spcFirstLastPara="1" wrap="square" lIns="91425" tIns="45700" rIns="91425" bIns="45700" anchor="ctr" anchorCtr="0">
            <a:normAutofit/>
          </a:bodyPr>
          <a:lstStyle/>
          <a:p>
            <a:pPr marL="0" lvl="0" indent="0" algn="ctr" rtl="0">
              <a:lnSpc>
                <a:spcPct val="107000"/>
              </a:lnSpc>
              <a:spcBef>
                <a:spcPts val="0"/>
              </a:spcBef>
              <a:spcAft>
                <a:spcPts val="800"/>
              </a:spcAft>
              <a:buSzPts val="4400"/>
              <a:buNone/>
            </a:pPr>
            <a:r>
              <a:rPr lang="es-ES" sz="1800" b="1">
                <a:solidFill>
                  <a:srgbClr val="1B3156"/>
                </a:solidFill>
                <a:latin typeface="Roboto"/>
                <a:ea typeface="Roboto"/>
                <a:cs typeface="Roboto"/>
                <a:sym typeface="Roboto"/>
              </a:rPr>
              <a:t>Funciones Excel 2019</a:t>
            </a:r>
            <a:endParaRPr sz="1800">
              <a:latin typeface="Calibri"/>
              <a:ea typeface="Calibri"/>
              <a:cs typeface="Calibri"/>
              <a:sym typeface="Calibri"/>
            </a:endParaRPr>
          </a:p>
        </p:txBody>
      </p:sp>
      <p:sp>
        <p:nvSpPr>
          <p:cNvPr id="57" name="Google Shape;57;p2"/>
          <p:cNvSpPr txBox="1">
            <a:spLocks noGrp="1"/>
          </p:cNvSpPr>
          <p:nvPr>
            <p:ph type="body" idx="1"/>
          </p:nvPr>
        </p:nvSpPr>
        <p:spPr>
          <a:xfrm>
            <a:off x="1065389" y="5239028"/>
            <a:ext cx="6472237" cy="665826"/>
          </a:xfrm>
          <a:prstGeom prst="rect">
            <a:avLst/>
          </a:prstGeom>
          <a:noFill/>
          <a:ln>
            <a:noFill/>
          </a:ln>
        </p:spPr>
        <p:txBody>
          <a:bodyPr spcFirstLastPara="1" wrap="square" lIns="91425" tIns="45700" rIns="91425" bIns="45700" anchor="ctr" anchorCtr="0">
            <a:normAutofit fontScale="92500" lnSpcReduction="20000"/>
          </a:bodyPr>
          <a:lstStyle/>
          <a:p>
            <a:pPr marL="228600" lvl="0" indent="-228600" algn="l" rtl="0">
              <a:lnSpc>
                <a:spcPct val="90000"/>
              </a:lnSpc>
              <a:spcBef>
                <a:spcPts val="0"/>
              </a:spcBef>
              <a:spcAft>
                <a:spcPts val="0"/>
              </a:spcAft>
              <a:buClr>
                <a:srgbClr val="003970"/>
              </a:buClr>
              <a:buSzPct val="100000"/>
              <a:buNone/>
            </a:pPr>
            <a:r>
              <a:rPr lang="es-ES"/>
              <a:t>Utiliza las operaciones básicas de una hoja de cálculo para elaborar cuadros y gráficos de administración y gestión de su entorno laboral según requerimiento prestablecidos</a:t>
            </a:r>
            <a:endParaRPr/>
          </a:p>
        </p:txBody>
      </p:sp>
      <p:sp>
        <p:nvSpPr>
          <p:cNvPr id="58" name="Google Shape;58;p2"/>
          <p:cNvSpPr txBox="1">
            <a:spLocks noGrp="1"/>
          </p:cNvSpPr>
          <p:nvPr>
            <p:ph type="body" idx="2"/>
          </p:nvPr>
        </p:nvSpPr>
        <p:spPr>
          <a:xfrm>
            <a:off x="7938669" y="5239028"/>
            <a:ext cx="3708829" cy="665826"/>
          </a:xfrm>
          <a:prstGeom prst="rect">
            <a:avLst/>
          </a:prstGeom>
          <a:noFill/>
          <a:ln>
            <a:noFill/>
          </a:ln>
        </p:spPr>
        <p:txBody>
          <a:bodyPr spcFirstLastPara="1" wrap="square" lIns="91425" tIns="45700" rIns="91425" bIns="45700" anchor="ctr" anchorCtr="0">
            <a:normAutofit fontScale="70000" lnSpcReduction="20000"/>
          </a:bodyPr>
          <a:lstStyle/>
          <a:p>
            <a:pPr marL="228600" lvl="0" indent="-228600" algn="l" rtl="0">
              <a:lnSpc>
                <a:spcPct val="90000"/>
              </a:lnSpc>
              <a:spcBef>
                <a:spcPts val="0"/>
              </a:spcBef>
              <a:spcAft>
                <a:spcPts val="0"/>
              </a:spcAft>
              <a:buClr>
                <a:srgbClr val="003970"/>
              </a:buClr>
              <a:buSzPct val="100000"/>
              <a:buNone/>
            </a:pPr>
            <a:r>
              <a:rPr lang="es-ES" sz="1800">
                <a:solidFill>
                  <a:srgbClr val="1B3156"/>
                </a:solidFill>
                <a:latin typeface="Roboto"/>
                <a:ea typeface="Roboto"/>
                <a:cs typeface="Roboto"/>
                <a:sym typeface="Roboto"/>
              </a:rPr>
              <a:t>Crea hojas de cálculo, utilizando operaciones básicas en Excel (Suma, Resta, Multiplicación y División) guarda y aplica seguridad y contraseña</a:t>
            </a:r>
            <a:r>
              <a:rPr lang="es-ES"/>
              <a:t>. </a:t>
            </a:r>
            <a:endParaRPr/>
          </a:p>
        </p:txBody>
      </p:sp>
      <p:pic>
        <p:nvPicPr>
          <p:cNvPr id="59" name="Google Shape;59;p2"/>
          <p:cNvPicPr preferRelativeResize="0"/>
          <p:nvPr/>
        </p:nvPicPr>
        <p:blipFill>
          <a:blip r:embed="rId3">
            <a:alphaModFix/>
          </a:blip>
          <a:stretch>
            <a:fillRect/>
          </a:stretch>
        </p:blipFill>
        <p:spPr>
          <a:xfrm>
            <a:off x="2441975" y="3384340"/>
            <a:ext cx="5172075" cy="400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3"/>
          <p:cNvSpPr txBox="1">
            <a:spLocks noGrp="1"/>
          </p:cNvSpPr>
          <p:nvPr>
            <p:ph type="body" idx="1"/>
          </p:nvPr>
        </p:nvSpPr>
        <p:spPr>
          <a:xfrm>
            <a:off x="846182" y="1331989"/>
            <a:ext cx="4275338" cy="4021246"/>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1000"/>
              </a:spcBef>
              <a:spcAft>
                <a:spcPts val="0"/>
              </a:spcAft>
              <a:buClr>
                <a:srgbClr val="C00000"/>
              </a:buClr>
              <a:buSzPts val="2400"/>
              <a:buFont typeface="Noto Sans Symbols"/>
              <a:buNone/>
            </a:pPr>
            <a:endParaRPr/>
          </a:p>
        </p:txBody>
      </p:sp>
      <p:sp>
        <p:nvSpPr>
          <p:cNvPr id="65" name="Google Shape;65;p3"/>
          <p:cNvSpPr>
            <a:spLocks noGrp="1"/>
          </p:cNvSpPr>
          <p:nvPr>
            <p:ph type="media" idx="2"/>
          </p:nvPr>
        </p:nvSpPr>
        <p:spPr>
          <a:xfrm>
            <a:off x="5362591" y="1331989"/>
            <a:ext cx="6506854" cy="4021246"/>
          </a:xfrm>
          <a:prstGeom prst="rect">
            <a:avLst/>
          </a:prstGeom>
          <a:noFill/>
          <a:ln>
            <a:noFill/>
          </a:ln>
        </p:spPr>
        <p:txBody>
          <a:bodyPr spcFirstLastPara="1" wrap="square" lIns="91425" tIns="45700" rIns="91425" bIns="45700" anchor="t" anchorCtr="0">
            <a:noAutofit/>
          </a:bodyPr>
          <a:lstStyle/>
          <a:p>
            <a:pPr marL="0" lvl="0" indent="0" algn="ctr" rtl="0">
              <a:spcBef>
                <a:spcPts val="10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4"/>
          <p:cNvSpPr/>
          <p:nvPr/>
        </p:nvSpPr>
        <p:spPr>
          <a:xfrm>
            <a:off x="931817" y="809897"/>
            <a:ext cx="4171406" cy="339635"/>
          </a:xfrm>
          <a:prstGeom prst="rect">
            <a:avLst/>
          </a:prstGeom>
          <a:solidFill>
            <a:srgbClr val="1B2D51"/>
          </a:solidFill>
          <a:ln w="12700" cap="flat" cmpd="sng">
            <a:solidFill>
              <a:srgbClr val="1B2D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a:solidFill>
                  <a:schemeClr val="lt1"/>
                </a:solidFill>
                <a:latin typeface="Calibri"/>
                <a:ea typeface="Calibri"/>
                <a:cs typeface="Calibri"/>
                <a:sym typeface="Calibri"/>
              </a:rPr>
              <a:t>Preguntas de saberes previos</a:t>
            </a:r>
            <a:endParaRPr sz="1800" b="1" i="0" u="none" strike="noStrike" cap="none">
              <a:solidFill>
                <a:schemeClr val="lt1"/>
              </a:solidFill>
              <a:latin typeface="Calibri"/>
              <a:ea typeface="Calibri"/>
              <a:cs typeface="Calibri"/>
              <a:sym typeface="Calibri"/>
            </a:endParaRPr>
          </a:p>
        </p:txBody>
      </p:sp>
      <p:sp>
        <p:nvSpPr>
          <p:cNvPr id="71" name="Google Shape;71;p4"/>
          <p:cNvSpPr txBox="1"/>
          <p:nvPr/>
        </p:nvSpPr>
        <p:spPr>
          <a:xfrm>
            <a:off x="931817" y="1524000"/>
            <a:ext cx="10197737" cy="64629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B0F0"/>
              </a:buClr>
              <a:buSzPts val="1800"/>
              <a:buFont typeface="Noto Sans Symbols"/>
              <a:buChar char="▪"/>
            </a:pPr>
            <a:r>
              <a:rPr lang="es-ES" sz="1800" b="0" i="0" u="none" strike="noStrike" cap="none">
                <a:solidFill>
                  <a:srgbClr val="1B2D51"/>
                </a:solidFill>
                <a:latin typeface="Calibri"/>
                <a:ea typeface="Calibri"/>
                <a:cs typeface="Calibri"/>
                <a:sym typeface="Calibri"/>
              </a:rPr>
              <a:t>¿Qué es un libro Excel?</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B0F0"/>
              </a:buClr>
              <a:buSzPts val="1800"/>
              <a:buFont typeface="Noto Sans Symbols"/>
              <a:buNone/>
            </a:pPr>
            <a:endParaRPr sz="1800" b="0" i="0" u="none" strike="noStrike" cap="none">
              <a:solidFill>
                <a:srgbClr val="1B2D5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5"/>
          <p:cNvSpPr/>
          <p:nvPr/>
        </p:nvSpPr>
        <p:spPr>
          <a:xfrm>
            <a:off x="931815" y="548639"/>
            <a:ext cx="4171406" cy="339635"/>
          </a:xfrm>
          <a:prstGeom prst="rect">
            <a:avLst/>
          </a:prstGeom>
          <a:solidFill>
            <a:srgbClr val="1B2D51"/>
          </a:solidFill>
          <a:ln w="12700" cap="flat" cmpd="sng">
            <a:solidFill>
              <a:srgbClr val="1B2D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a:solidFill>
                  <a:schemeClr val="lt1"/>
                </a:solidFill>
                <a:latin typeface="Calibri"/>
                <a:ea typeface="Calibri"/>
                <a:cs typeface="Calibri"/>
                <a:sym typeface="Calibri"/>
              </a:rPr>
              <a:t>Preguntas de conflicto cognitivo</a:t>
            </a:r>
            <a:endParaRPr sz="1800" b="1" i="0" u="none" strike="noStrike" cap="none">
              <a:solidFill>
                <a:schemeClr val="lt1"/>
              </a:solidFill>
              <a:latin typeface="Calibri"/>
              <a:ea typeface="Calibri"/>
              <a:cs typeface="Calibri"/>
              <a:sym typeface="Calibri"/>
            </a:endParaRPr>
          </a:p>
        </p:txBody>
      </p:sp>
      <p:sp>
        <p:nvSpPr>
          <p:cNvPr id="77" name="Google Shape;77;p5"/>
          <p:cNvSpPr txBox="1"/>
          <p:nvPr/>
        </p:nvSpPr>
        <p:spPr>
          <a:xfrm>
            <a:off x="931815" y="1119807"/>
            <a:ext cx="10197737" cy="36933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B0F0"/>
              </a:buClr>
              <a:buSzPts val="1800"/>
              <a:buFont typeface="Noto Sans Symbols"/>
              <a:buChar char="▪"/>
            </a:pPr>
            <a:r>
              <a:rPr lang="es-ES" sz="1800" b="0" i="0" u="none" strike="noStrike" cap="none">
                <a:solidFill>
                  <a:srgbClr val="1B2D51"/>
                </a:solidFill>
                <a:latin typeface="Calibri"/>
                <a:ea typeface="Calibri"/>
                <a:cs typeface="Calibri"/>
                <a:sym typeface="Calibri"/>
              </a:rPr>
              <a:t>¿Un dato es igual que información?</a:t>
            </a:r>
            <a:endParaRPr sz="1800" b="0" i="0" u="none" strike="noStrike" cap="none">
              <a:solidFill>
                <a:srgbClr val="1B2D51"/>
              </a:solidFill>
              <a:latin typeface="Calibri"/>
              <a:ea typeface="Calibri"/>
              <a:cs typeface="Calibri"/>
              <a:sym typeface="Calibri"/>
            </a:endParaRPr>
          </a:p>
        </p:txBody>
      </p:sp>
      <p:sp>
        <p:nvSpPr>
          <p:cNvPr id="78" name="Google Shape;78;p5"/>
          <p:cNvSpPr/>
          <p:nvPr/>
        </p:nvSpPr>
        <p:spPr>
          <a:xfrm>
            <a:off x="931817" y="3827418"/>
            <a:ext cx="4171406" cy="339635"/>
          </a:xfrm>
          <a:prstGeom prst="rect">
            <a:avLst/>
          </a:prstGeom>
          <a:solidFill>
            <a:srgbClr val="1B2D51"/>
          </a:solidFill>
          <a:ln w="12700" cap="flat" cmpd="sng">
            <a:solidFill>
              <a:srgbClr val="1B2D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a:solidFill>
                  <a:schemeClr val="lt1"/>
                </a:solidFill>
                <a:latin typeface="Calibri"/>
                <a:ea typeface="Calibri"/>
                <a:cs typeface="Calibri"/>
                <a:sym typeface="Calibri"/>
              </a:rPr>
              <a:t>Propósito</a:t>
            </a:r>
            <a:endParaRPr sz="1800" b="1" i="0" u="none" strike="noStrike" cap="none">
              <a:solidFill>
                <a:schemeClr val="lt1"/>
              </a:solidFill>
              <a:latin typeface="Calibri"/>
              <a:ea typeface="Calibri"/>
              <a:cs typeface="Calibri"/>
              <a:sym typeface="Calibri"/>
            </a:endParaRPr>
          </a:p>
        </p:txBody>
      </p:sp>
      <p:sp>
        <p:nvSpPr>
          <p:cNvPr id="79" name="Google Shape;79;p5"/>
          <p:cNvSpPr txBox="1"/>
          <p:nvPr/>
        </p:nvSpPr>
        <p:spPr>
          <a:xfrm>
            <a:off x="931815" y="4381921"/>
            <a:ext cx="10197737" cy="120032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B0F0"/>
              </a:buClr>
              <a:buSzPts val="1800"/>
              <a:buFont typeface="Noto Sans Symbols"/>
              <a:buChar char="▪"/>
            </a:pPr>
            <a:r>
              <a:rPr lang="es-ES" sz="1800" b="0" i="0" u="none" strike="noStrike" cap="none">
                <a:solidFill>
                  <a:srgbClr val="1B2D51"/>
                </a:solidFill>
                <a:latin typeface="Calibri"/>
                <a:ea typeface="Calibri"/>
                <a:cs typeface="Calibri"/>
                <a:sym typeface="Calibri"/>
              </a:rPr>
              <a:t>Hoy aprenderemos sobre los elementos de Excel que lo realizaremos reconociendo el entorno, pantalla inicial y sus partes, archivo, edición, insertar, lo cual se realizara utilizando las operaciones básicas de una hoja de calculo para reconocer el entorno de Excel y sus herramientas y funciones de una hoja de calculo</a:t>
            </a:r>
            <a:endParaRPr sz="1800" b="0" i="0" u="none" strike="noStrike" cap="none">
              <a:solidFill>
                <a:srgbClr val="1B2D5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B4DE01-4532-8ACC-47D1-6CC84F9BD398}"/>
              </a:ext>
            </a:extLst>
          </p:cNvPr>
          <p:cNvSpPr>
            <a:spLocks noGrp="1"/>
          </p:cNvSpPr>
          <p:nvPr>
            <p:ph type="title"/>
          </p:nvPr>
        </p:nvSpPr>
        <p:spPr/>
        <p:txBody>
          <a:bodyPr/>
          <a:lstStyle/>
          <a:p>
            <a:r>
              <a:rPr lang="es-PE" dirty="0"/>
              <a:t>Fórmula vs. Función</a:t>
            </a:r>
          </a:p>
        </p:txBody>
      </p:sp>
      <p:sp>
        <p:nvSpPr>
          <p:cNvPr id="3" name="Marcador de texto 2">
            <a:extLst>
              <a:ext uri="{FF2B5EF4-FFF2-40B4-BE49-F238E27FC236}">
                <a16:creationId xmlns:a16="http://schemas.microsoft.com/office/drawing/2014/main" id="{BC40FA1D-CA05-20C4-F9D1-228C4A4321FB}"/>
              </a:ext>
            </a:extLst>
          </p:cNvPr>
          <p:cNvSpPr>
            <a:spLocks noGrp="1"/>
          </p:cNvSpPr>
          <p:nvPr>
            <p:ph type="body" idx="1"/>
          </p:nvPr>
        </p:nvSpPr>
        <p:spPr>
          <a:xfrm>
            <a:off x="1241478" y="1389893"/>
            <a:ext cx="10041038" cy="3593591"/>
          </a:xfrm>
        </p:spPr>
        <p:txBody>
          <a:bodyPr>
            <a:normAutofit fontScale="85000" lnSpcReduction="10000"/>
          </a:bodyPr>
          <a:lstStyle/>
          <a:p>
            <a:r>
              <a:rPr lang="es-ES" dirty="0"/>
              <a:t>Una fórmula es una ecuación diseñada por el usuario en Excel, mientras que una función es un cálculo predefinido en la hoja de cálculo. Esta guía te guiará en la comparación entre fórmulas y funciones en Excel para que conozcas exactamente sus similitudes y diferencias.</a:t>
            </a:r>
          </a:p>
          <a:p>
            <a:r>
              <a:rPr lang="es-ES" dirty="0"/>
              <a:t>Excel permite a los usuarios realizar cálculos sencillos, como calcular los totales de una fila o columna de números. Las fórmulas y funciones pueden ser útiles en situaciones más complejas, como calcular pagos de hipotecas, resolver problemas de ingeniería o matemáticas y crear modelos financieros.</a:t>
            </a:r>
            <a:endParaRPr lang="es-PE" dirty="0"/>
          </a:p>
        </p:txBody>
      </p:sp>
      <p:pic>
        <p:nvPicPr>
          <p:cNvPr id="5" name="Imagen 4">
            <a:extLst>
              <a:ext uri="{FF2B5EF4-FFF2-40B4-BE49-F238E27FC236}">
                <a16:creationId xmlns:a16="http://schemas.microsoft.com/office/drawing/2014/main" id="{ADD3DDEC-7F20-A2FC-73B7-7DB790313B04}"/>
              </a:ext>
            </a:extLst>
          </p:cNvPr>
          <p:cNvPicPr>
            <a:picLocks noChangeAspect="1"/>
          </p:cNvPicPr>
          <p:nvPr/>
        </p:nvPicPr>
        <p:blipFill>
          <a:blip r:embed="rId2"/>
          <a:stretch>
            <a:fillRect/>
          </a:stretch>
        </p:blipFill>
        <p:spPr>
          <a:xfrm>
            <a:off x="4041058" y="4859983"/>
            <a:ext cx="5010985" cy="1615632"/>
          </a:xfrm>
          <a:prstGeom prst="rect">
            <a:avLst/>
          </a:prstGeom>
        </p:spPr>
      </p:pic>
    </p:spTree>
    <p:extLst>
      <p:ext uri="{BB962C8B-B14F-4D97-AF65-F5344CB8AC3E}">
        <p14:creationId xmlns:p14="http://schemas.microsoft.com/office/powerpoint/2010/main" val="542374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C6A36F-E3F7-8B10-224D-90ED38D52967}"/>
              </a:ext>
            </a:extLst>
          </p:cNvPr>
          <p:cNvSpPr>
            <a:spLocks noGrp="1"/>
          </p:cNvSpPr>
          <p:nvPr>
            <p:ph type="title"/>
          </p:nvPr>
        </p:nvSpPr>
        <p:spPr/>
        <p:txBody>
          <a:bodyPr/>
          <a:lstStyle/>
          <a:p>
            <a:r>
              <a:rPr lang="es-PE" dirty="0"/>
              <a:t>Aspectos destacados clave</a:t>
            </a:r>
          </a:p>
        </p:txBody>
      </p:sp>
      <p:sp>
        <p:nvSpPr>
          <p:cNvPr id="3" name="Marcador de texto 2">
            <a:extLst>
              <a:ext uri="{FF2B5EF4-FFF2-40B4-BE49-F238E27FC236}">
                <a16:creationId xmlns:a16="http://schemas.microsoft.com/office/drawing/2014/main" id="{321C699D-1573-8529-261B-C6DDB77BB7B3}"/>
              </a:ext>
            </a:extLst>
          </p:cNvPr>
          <p:cNvSpPr>
            <a:spLocks noGrp="1"/>
          </p:cNvSpPr>
          <p:nvPr>
            <p:ph type="body" idx="1"/>
          </p:nvPr>
        </p:nvSpPr>
        <p:spPr/>
        <p:txBody>
          <a:bodyPr>
            <a:normAutofit lnSpcReduction="10000"/>
          </a:bodyPr>
          <a:lstStyle/>
          <a:p>
            <a:pPr algn="l">
              <a:buFont typeface="Arial" panose="020B0604020202020204" pitchFamily="34" charset="0"/>
              <a:buChar char="•"/>
            </a:pPr>
            <a:r>
              <a:rPr lang="es-ES" b="0" i="0" dirty="0">
                <a:solidFill>
                  <a:srgbClr val="374151"/>
                </a:solidFill>
                <a:effectLst/>
                <a:latin typeface="Inter"/>
              </a:rPr>
              <a:t>Las fórmulas son ecuaciones creadas, mientras que las funciones son cálculos predefinidos en una hoja de cálculo.</a:t>
            </a:r>
          </a:p>
          <a:p>
            <a:pPr algn="l">
              <a:buFont typeface="Arial" panose="020B0604020202020204" pitchFamily="34" charset="0"/>
              <a:buChar char="•"/>
            </a:pPr>
            <a:r>
              <a:rPr lang="es-ES" b="0" i="0" dirty="0">
                <a:solidFill>
                  <a:srgbClr val="374151"/>
                </a:solidFill>
                <a:effectLst/>
                <a:latin typeface="Inter"/>
              </a:rPr>
              <a:t>Cuando un usuario de Excel escribe un signo = en una celda de Excel, está comenzando a crear una fórmula.</a:t>
            </a:r>
          </a:p>
          <a:p>
            <a:pPr algn="l">
              <a:buFont typeface="Arial" panose="020B0604020202020204" pitchFamily="34" charset="0"/>
              <a:buChar char="•"/>
            </a:pPr>
            <a:r>
              <a:rPr lang="es-ES" b="0" i="0" dirty="0">
                <a:solidFill>
                  <a:srgbClr val="374151"/>
                </a:solidFill>
                <a:effectLst/>
                <a:latin typeface="Inter"/>
              </a:rPr>
              <a:t>Cuando un usuario de Excel escribe un signo = seguido de un conjunto prediseñado de letras o hace clic en el botón </a:t>
            </a:r>
            <a:r>
              <a:rPr lang="es-ES" b="0" i="0" dirty="0" err="1">
                <a:solidFill>
                  <a:srgbClr val="374151"/>
                </a:solidFill>
                <a:effectLst/>
                <a:latin typeface="Inter"/>
              </a:rPr>
              <a:t>Fx</a:t>
            </a:r>
            <a:r>
              <a:rPr lang="es-ES" b="0" i="0" dirty="0">
                <a:solidFill>
                  <a:srgbClr val="374151"/>
                </a:solidFill>
                <a:effectLst/>
                <a:latin typeface="Inter"/>
              </a:rPr>
              <a:t> en la barra de fórmulas, comienza a implementarse una función.</a:t>
            </a:r>
          </a:p>
          <a:p>
            <a:endParaRPr lang="es-PE" dirty="0"/>
          </a:p>
        </p:txBody>
      </p:sp>
    </p:spTree>
    <p:extLst>
      <p:ext uri="{BB962C8B-B14F-4D97-AF65-F5344CB8AC3E}">
        <p14:creationId xmlns:p14="http://schemas.microsoft.com/office/powerpoint/2010/main" val="141484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C164F3-8058-ADC4-0926-17DEDBD77063}"/>
              </a:ext>
            </a:extLst>
          </p:cNvPr>
          <p:cNvSpPr>
            <a:spLocks noGrp="1"/>
          </p:cNvSpPr>
          <p:nvPr>
            <p:ph type="title"/>
          </p:nvPr>
        </p:nvSpPr>
        <p:spPr/>
        <p:txBody>
          <a:bodyPr/>
          <a:lstStyle/>
          <a:p>
            <a:r>
              <a:rPr lang="es-PE" dirty="0"/>
              <a:t>Ejemplos de una fórmula</a:t>
            </a:r>
          </a:p>
        </p:txBody>
      </p:sp>
      <p:sp>
        <p:nvSpPr>
          <p:cNvPr id="3" name="Marcador de texto 2">
            <a:extLst>
              <a:ext uri="{FF2B5EF4-FFF2-40B4-BE49-F238E27FC236}">
                <a16:creationId xmlns:a16="http://schemas.microsoft.com/office/drawing/2014/main" id="{2D9E41EA-2957-31C9-98CD-FF012EE89D5E}"/>
              </a:ext>
            </a:extLst>
          </p:cNvPr>
          <p:cNvSpPr>
            <a:spLocks noGrp="1"/>
          </p:cNvSpPr>
          <p:nvPr>
            <p:ph type="body" idx="1"/>
          </p:nvPr>
        </p:nvSpPr>
        <p:spPr/>
        <p:txBody>
          <a:bodyPr/>
          <a:lstStyle/>
          <a:p>
            <a:pPr algn="l"/>
            <a:r>
              <a:rPr lang="es-ES" b="0" i="0" dirty="0">
                <a:solidFill>
                  <a:srgbClr val="374151"/>
                </a:solidFill>
                <a:effectLst/>
                <a:latin typeface="Inter"/>
              </a:rPr>
              <a:t>Cuando un usuario escribe un signo igual en una celda, está comenzando a crear una fórmula.</a:t>
            </a:r>
          </a:p>
          <a:p>
            <a:pPr algn="l"/>
            <a:r>
              <a:rPr lang="es-ES" b="0" i="0" dirty="0">
                <a:solidFill>
                  <a:srgbClr val="374151"/>
                </a:solidFill>
                <a:effectLst/>
                <a:latin typeface="Inter"/>
              </a:rPr>
              <a:t>Algunos ejemplos de una fórmula incluyen:</a:t>
            </a:r>
          </a:p>
          <a:p>
            <a:pPr algn="l"/>
            <a:r>
              <a:rPr lang="es-ES" b="1" i="0" dirty="0">
                <a:solidFill>
                  <a:srgbClr val="374151"/>
                </a:solidFill>
                <a:effectLst/>
                <a:latin typeface="Inter"/>
              </a:rPr>
              <a:t>=4+3</a:t>
            </a:r>
            <a:endParaRPr lang="es-ES" b="0" i="0" dirty="0">
              <a:solidFill>
                <a:srgbClr val="374151"/>
              </a:solidFill>
              <a:effectLst/>
              <a:latin typeface="Inter"/>
            </a:endParaRPr>
          </a:p>
          <a:p>
            <a:pPr algn="l"/>
            <a:r>
              <a:rPr lang="es-ES" b="1" i="0" dirty="0">
                <a:solidFill>
                  <a:srgbClr val="374151"/>
                </a:solidFill>
                <a:effectLst/>
                <a:latin typeface="Inter"/>
              </a:rPr>
              <a:t>=A3+C9</a:t>
            </a:r>
            <a:endParaRPr lang="es-ES" b="0" i="0" dirty="0">
              <a:solidFill>
                <a:srgbClr val="374151"/>
              </a:solidFill>
              <a:effectLst/>
              <a:latin typeface="Inter"/>
            </a:endParaRPr>
          </a:p>
          <a:p>
            <a:pPr algn="l"/>
            <a:r>
              <a:rPr lang="es-ES" b="1" i="0" dirty="0">
                <a:solidFill>
                  <a:srgbClr val="374151"/>
                </a:solidFill>
                <a:effectLst/>
                <a:latin typeface="Inter"/>
              </a:rPr>
              <a:t>=B7+B8-(4*2)+1</a:t>
            </a:r>
            <a:r>
              <a:rPr lang="es-ES" b="0" i="0" dirty="0">
                <a:solidFill>
                  <a:srgbClr val="374151"/>
                </a:solidFill>
                <a:effectLst/>
                <a:latin typeface="Inter"/>
              </a:rPr>
              <a:t> [ver captura de pantalla a continuación]</a:t>
            </a:r>
          </a:p>
          <a:p>
            <a:endParaRPr lang="es-PE" dirty="0"/>
          </a:p>
        </p:txBody>
      </p:sp>
    </p:spTree>
    <p:extLst>
      <p:ext uri="{BB962C8B-B14F-4D97-AF65-F5344CB8AC3E}">
        <p14:creationId xmlns:p14="http://schemas.microsoft.com/office/powerpoint/2010/main" val="207897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3A5D40-AAEF-4916-C434-C10204DFB20D}"/>
              </a:ext>
            </a:extLst>
          </p:cNvPr>
          <p:cNvSpPr>
            <a:spLocks noGrp="1"/>
          </p:cNvSpPr>
          <p:nvPr>
            <p:ph type="title"/>
          </p:nvPr>
        </p:nvSpPr>
        <p:spPr/>
        <p:txBody>
          <a:bodyPr/>
          <a:lstStyle/>
          <a:p>
            <a:r>
              <a:rPr lang="es-PE" dirty="0"/>
              <a:t>Ejemplos de una función</a:t>
            </a:r>
          </a:p>
        </p:txBody>
      </p:sp>
      <p:sp>
        <p:nvSpPr>
          <p:cNvPr id="3" name="Marcador de texto 2">
            <a:extLst>
              <a:ext uri="{FF2B5EF4-FFF2-40B4-BE49-F238E27FC236}">
                <a16:creationId xmlns:a16="http://schemas.microsoft.com/office/drawing/2014/main" id="{DB2E5B78-F3B8-67A7-E6D9-AB95E85976AA}"/>
              </a:ext>
            </a:extLst>
          </p:cNvPr>
          <p:cNvSpPr>
            <a:spLocks noGrp="1"/>
          </p:cNvSpPr>
          <p:nvPr>
            <p:ph type="body" idx="1"/>
          </p:nvPr>
        </p:nvSpPr>
        <p:spPr/>
        <p:txBody>
          <a:bodyPr/>
          <a:lstStyle/>
          <a:p>
            <a:pPr algn="l"/>
            <a:r>
              <a:rPr lang="es-ES" b="0" i="0" dirty="0">
                <a:solidFill>
                  <a:srgbClr val="374151"/>
                </a:solidFill>
                <a:effectLst/>
                <a:latin typeface="Inter"/>
              </a:rPr>
              <a:t>Cuando un usuario escribe un signo igual seguido de un conjunto predefinido de letras (o hace clic en el botón </a:t>
            </a:r>
            <a:r>
              <a:rPr lang="es-ES" b="0" i="0" dirty="0" err="1">
                <a:solidFill>
                  <a:srgbClr val="374151"/>
                </a:solidFill>
                <a:effectLst/>
                <a:latin typeface="Inter"/>
              </a:rPr>
              <a:t>Fx</a:t>
            </a:r>
            <a:r>
              <a:rPr lang="es-ES" b="0" i="0" dirty="0">
                <a:solidFill>
                  <a:srgbClr val="374151"/>
                </a:solidFill>
                <a:effectLst/>
                <a:latin typeface="Inter"/>
              </a:rPr>
              <a:t> en la barra de fórmulas), comienza a implementarse una función.</a:t>
            </a:r>
          </a:p>
          <a:p>
            <a:pPr algn="l"/>
            <a:r>
              <a:rPr lang="es-ES" b="1" i="0" dirty="0">
                <a:solidFill>
                  <a:srgbClr val="374151"/>
                </a:solidFill>
                <a:effectLst/>
                <a:latin typeface="Inter"/>
              </a:rPr>
              <a:t>=SUMA(A3</a:t>
            </a:r>
            <a:r>
              <a:rPr lang="es-ES" b="0" i="0" dirty="0">
                <a:solidFill>
                  <a:srgbClr val="374151"/>
                </a:solidFill>
                <a:effectLst/>
                <a:latin typeface="Inter"/>
              </a:rPr>
              <a:t> : </a:t>
            </a:r>
            <a:r>
              <a:rPr lang="es-ES" b="1" i="0" dirty="0">
                <a:solidFill>
                  <a:srgbClr val="374151"/>
                </a:solidFill>
                <a:effectLst/>
                <a:latin typeface="Inter"/>
              </a:rPr>
              <a:t>A27)</a:t>
            </a:r>
            <a:endParaRPr lang="es-ES" b="0" i="0" dirty="0">
              <a:solidFill>
                <a:srgbClr val="374151"/>
              </a:solidFill>
              <a:effectLst/>
              <a:latin typeface="Inter"/>
            </a:endParaRPr>
          </a:p>
          <a:p>
            <a:pPr algn="l"/>
            <a:r>
              <a:rPr lang="es-ES" b="1" i="0" dirty="0">
                <a:solidFill>
                  <a:srgbClr val="374151"/>
                </a:solidFill>
                <a:effectLst/>
                <a:latin typeface="Inter"/>
              </a:rPr>
              <a:t>=PROMEDIO(F4</a:t>
            </a:r>
            <a:r>
              <a:rPr lang="es-ES" b="0" i="0" dirty="0">
                <a:solidFill>
                  <a:srgbClr val="374151"/>
                </a:solidFill>
                <a:effectLst/>
                <a:latin typeface="Inter"/>
              </a:rPr>
              <a:t> : </a:t>
            </a:r>
            <a:r>
              <a:rPr lang="es-ES" b="1" i="0" dirty="0">
                <a:solidFill>
                  <a:srgbClr val="374151"/>
                </a:solidFill>
                <a:effectLst/>
                <a:latin typeface="Inter"/>
              </a:rPr>
              <a:t>F8)</a:t>
            </a:r>
            <a:r>
              <a:rPr lang="es-ES" b="0" i="0" dirty="0">
                <a:solidFill>
                  <a:srgbClr val="374151"/>
                </a:solidFill>
                <a:effectLst/>
                <a:latin typeface="Inter"/>
              </a:rPr>
              <a:t> [ver captura de pantalla a continuación]</a:t>
            </a:r>
          </a:p>
          <a:p>
            <a:pPr algn="l"/>
            <a:r>
              <a:rPr lang="es-ES" b="1" i="0" dirty="0">
                <a:solidFill>
                  <a:srgbClr val="374151"/>
                </a:solidFill>
                <a:effectLst/>
                <a:latin typeface="Inter"/>
              </a:rPr>
              <a:t>=VAN(0,12,A5:G5)</a:t>
            </a:r>
            <a:endParaRPr lang="es-ES" b="0" i="0" dirty="0">
              <a:solidFill>
                <a:srgbClr val="374151"/>
              </a:solidFill>
              <a:effectLst/>
              <a:latin typeface="Inter"/>
            </a:endParaRPr>
          </a:p>
          <a:p>
            <a:endParaRPr lang="es-PE" dirty="0"/>
          </a:p>
        </p:txBody>
      </p:sp>
    </p:spTree>
    <p:extLst>
      <p:ext uri="{BB962C8B-B14F-4D97-AF65-F5344CB8AC3E}">
        <p14:creationId xmlns:p14="http://schemas.microsoft.com/office/powerpoint/2010/main" val="3738357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BC6191-A5AB-AAC9-95B7-94CB50EC29B9}"/>
              </a:ext>
            </a:extLst>
          </p:cNvPr>
          <p:cNvSpPr>
            <a:spLocks noGrp="1"/>
          </p:cNvSpPr>
          <p:nvPr>
            <p:ph type="title"/>
          </p:nvPr>
        </p:nvSpPr>
        <p:spPr/>
        <p:txBody>
          <a:bodyPr/>
          <a:lstStyle/>
          <a:p>
            <a:r>
              <a:rPr lang="es-ES" dirty="0"/>
              <a:t>Fórmula vs. Función en la Práctica</a:t>
            </a:r>
            <a:endParaRPr lang="es-PE" dirty="0"/>
          </a:p>
        </p:txBody>
      </p:sp>
      <p:sp>
        <p:nvSpPr>
          <p:cNvPr id="3" name="Marcador de texto 2">
            <a:extLst>
              <a:ext uri="{FF2B5EF4-FFF2-40B4-BE49-F238E27FC236}">
                <a16:creationId xmlns:a16="http://schemas.microsoft.com/office/drawing/2014/main" id="{9E29F04D-1D95-26D0-30A8-FFE82DEDB53F}"/>
              </a:ext>
            </a:extLst>
          </p:cNvPr>
          <p:cNvSpPr>
            <a:spLocks noGrp="1"/>
          </p:cNvSpPr>
          <p:nvPr>
            <p:ph type="body" idx="1"/>
          </p:nvPr>
        </p:nvSpPr>
        <p:spPr/>
        <p:txBody>
          <a:bodyPr/>
          <a:lstStyle/>
          <a:p>
            <a:r>
              <a:rPr lang="es-ES" b="0" i="0" dirty="0">
                <a:solidFill>
                  <a:srgbClr val="374151"/>
                </a:solidFill>
                <a:effectLst/>
                <a:latin typeface="Inter"/>
              </a:rPr>
              <a:t>En la práctica empresarial habitual, los usuarios de Excel usan los términos fórmula y función prácticamente como sinónimos. Desde una perspectiva de comunicación y comprensión, no hay una gran diferencia. Simplemente tenga en cuenta que, técnicamente, una función es un fragmento de código que ejecuta un cálculo predefinido, mientras que una fórmula es algo que usted crea.</a:t>
            </a:r>
            <a:endParaRPr lang="es-PE" dirty="0"/>
          </a:p>
        </p:txBody>
      </p:sp>
    </p:spTree>
    <p:extLst>
      <p:ext uri="{BB962C8B-B14F-4D97-AF65-F5344CB8AC3E}">
        <p14:creationId xmlns:p14="http://schemas.microsoft.com/office/powerpoint/2010/main" val="884783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9527D-1919-88BE-1825-E9D1B4FE5FEF}"/>
              </a:ext>
            </a:extLst>
          </p:cNvPr>
          <p:cNvSpPr>
            <a:spLocks noGrp="1"/>
          </p:cNvSpPr>
          <p:nvPr>
            <p:ph type="title"/>
          </p:nvPr>
        </p:nvSpPr>
        <p:spPr/>
        <p:txBody>
          <a:bodyPr/>
          <a:lstStyle/>
          <a:p>
            <a:r>
              <a:rPr lang="es-ES" dirty="0"/>
              <a:t>SUMA()</a:t>
            </a:r>
            <a:endParaRPr lang="es-PE" dirty="0"/>
          </a:p>
        </p:txBody>
      </p:sp>
      <p:sp>
        <p:nvSpPr>
          <p:cNvPr id="3" name="Marcador de texto 2">
            <a:extLst>
              <a:ext uri="{FF2B5EF4-FFF2-40B4-BE49-F238E27FC236}">
                <a16:creationId xmlns:a16="http://schemas.microsoft.com/office/drawing/2014/main" id="{DFA25BC9-A96B-2242-2EB9-C5712D560E5B}"/>
              </a:ext>
            </a:extLst>
          </p:cNvPr>
          <p:cNvSpPr>
            <a:spLocks noGrp="1"/>
          </p:cNvSpPr>
          <p:nvPr>
            <p:ph type="body" idx="1"/>
          </p:nvPr>
        </p:nvSpPr>
        <p:spPr/>
        <p:txBody>
          <a:bodyPr>
            <a:normAutofit fontScale="92500" lnSpcReduction="20000"/>
          </a:bodyPr>
          <a:lstStyle/>
          <a:p>
            <a:r>
              <a:rPr lang="es-ES" dirty="0"/>
              <a:t>La función SUMA en Excel se usa para sumar un conjunto de números, ya sea celdas individuales, rangos o una combinación de ambos. Se escribe comenzando con =SUMA(, seleccionando los valores a sumar separados por comas (para valores o rangos individuales) o arrastrando el ratón sobre un rango, y terminando con un paréntesis de cierre ). También se puede usar la herramienta Autosuma (un icono con un símbolo de∑) para sumar columnas o filas de forma automática. </a:t>
            </a:r>
          </a:p>
          <a:p>
            <a:r>
              <a:rPr lang="es-ES" dirty="0"/>
              <a:t>=SUMA(N1;N2;…)</a:t>
            </a:r>
            <a:endParaRPr lang="es-PE" dirty="0"/>
          </a:p>
        </p:txBody>
      </p:sp>
    </p:spTree>
    <p:extLst>
      <p:ext uri="{BB962C8B-B14F-4D97-AF65-F5344CB8AC3E}">
        <p14:creationId xmlns:p14="http://schemas.microsoft.com/office/powerpoint/2010/main" val="4276826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6ACF74-393F-603F-0BFB-66C1E3DDF96D}"/>
              </a:ext>
            </a:extLst>
          </p:cNvPr>
          <p:cNvSpPr>
            <a:spLocks noGrp="1"/>
          </p:cNvSpPr>
          <p:nvPr>
            <p:ph type="title"/>
          </p:nvPr>
        </p:nvSpPr>
        <p:spPr/>
        <p:txBody>
          <a:bodyPr/>
          <a:lstStyle/>
          <a:p>
            <a:r>
              <a:rPr lang="es-ES" dirty="0"/>
              <a:t>PROMEDIO()</a:t>
            </a:r>
            <a:endParaRPr lang="es-PE" dirty="0"/>
          </a:p>
        </p:txBody>
      </p:sp>
      <p:sp>
        <p:nvSpPr>
          <p:cNvPr id="3" name="Marcador de texto 2">
            <a:extLst>
              <a:ext uri="{FF2B5EF4-FFF2-40B4-BE49-F238E27FC236}">
                <a16:creationId xmlns:a16="http://schemas.microsoft.com/office/drawing/2014/main" id="{F9147161-D97A-80C9-BC2D-31EEBDF7DEF4}"/>
              </a:ext>
            </a:extLst>
          </p:cNvPr>
          <p:cNvSpPr>
            <a:spLocks noGrp="1"/>
          </p:cNvSpPr>
          <p:nvPr>
            <p:ph type="body" idx="1"/>
          </p:nvPr>
        </p:nvSpPr>
        <p:spPr/>
        <p:txBody>
          <a:bodyPr>
            <a:normAutofit lnSpcReduction="10000"/>
          </a:bodyPr>
          <a:lstStyle/>
          <a:p>
            <a:r>
              <a:rPr lang="es-ES" dirty="0"/>
              <a:t>La función PROMEDIO en Excel se usa para calcular la media aritmética de un conjunto de números, ignorando celdas vacías o con texto. Se utiliza escribiendo =PROMEDIO(rango) o seleccionando el rango de celdas y luego usando la herramienta de Autosuma en la pestaña Inicio. </a:t>
            </a:r>
          </a:p>
          <a:p>
            <a:r>
              <a:rPr lang="es-ES" dirty="0"/>
              <a:t>Sintaxis de la función:</a:t>
            </a:r>
          </a:p>
          <a:p>
            <a:r>
              <a:rPr lang="es-ES" dirty="0"/>
              <a:t>=PROMEDIO(número1; [número2]; ...)</a:t>
            </a:r>
            <a:endParaRPr lang="es-PE" dirty="0"/>
          </a:p>
        </p:txBody>
      </p:sp>
    </p:spTree>
    <p:extLst>
      <p:ext uri="{BB962C8B-B14F-4D97-AF65-F5344CB8AC3E}">
        <p14:creationId xmlns:p14="http://schemas.microsoft.com/office/powerpoint/2010/main" val="2151145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707E15-C38E-42CC-4422-294BC5892642}"/>
              </a:ext>
            </a:extLst>
          </p:cNvPr>
          <p:cNvSpPr>
            <a:spLocks noGrp="1"/>
          </p:cNvSpPr>
          <p:nvPr>
            <p:ph type="title"/>
          </p:nvPr>
        </p:nvSpPr>
        <p:spPr/>
        <p:txBody>
          <a:bodyPr/>
          <a:lstStyle/>
          <a:p>
            <a:r>
              <a:rPr lang="es-ES" dirty="0"/>
              <a:t>MAX()</a:t>
            </a:r>
            <a:endParaRPr lang="es-PE" dirty="0"/>
          </a:p>
        </p:txBody>
      </p:sp>
      <p:sp>
        <p:nvSpPr>
          <p:cNvPr id="3" name="Marcador de texto 2">
            <a:extLst>
              <a:ext uri="{FF2B5EF4-FFF2-40B4-BE49-F238E27FC236}">
                <a16:creationId xmlns:a16="http://schemas.microsoft.com/office/drawing/2014/main" id="{2C076B26-F692-88AA-2396-37CCCBA28F3C}"/>
              </a:ext>
            </a:extLst>
          </p:cNvPr>
          <p:cNvSpPr>
            <a:spLocks noGrp="1"/>
          </p:cNvSpPr>
          <p:nvPr>
            <p:ph type="body" idx="1"/>
          </p:nvPr>
        </p:nvSpPr>
        <p:spPr/>
        <p:txBody>
          <a:bodyPr>
            <a:normAutofit fontScale="92500" lnSpcReduction="10000"/>
          </a:bodyPr>
          <a:lstStyle/>
          <a:p>
            <a:r>
              <a:rPr lang="es-ES" dirty="0"/>
              <a:t>La función MAX en Excel devuelve el valor numérico más grande de un conjunto de datos, ignorando el texto y las celdas vacías. Su sintaxis es =MAX(número1, [número2], ...), donde puedes introducir números, rangos de celdas o referencias. Es una herramienta útil para análisis financieros, por ejemplo, para encontrar la puntuación más alta o el gasto mayor. </a:t>
            </a:r>
          </a:p>
          <a:p>
            <a:r>
              <a:rPr lang="es-ES" dirty="0"/>
              <a:t>Cómo usar la función MAX</a:t>
            </a:r>
          </a:p>
          <a:p>
            <a:r>
              <a:rPr lang="es-ES" dirty="0"/>
              <a:t>Sintaxis: =MAX(número1, [número2], ...).</a:t>
            </a:r>
            <a:endParaRPr lang="es-PE" dirty="0"/>
          </a:p>
        </p:txBody>
      </p:sp>
    </p:spTree>
    <p:extLst>
      <p:ext uri="{BB962C8B-B14F-4D97-AF65-F5344CB8AC3E}">
        <p14:creationId xmlns:p14="http://schemas.microsoft.com/office/powerpoint/2010/main" val="3743344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69BC5E-9FEC-2283-06C0-B8F0BECDA92C}"/>
              </a:ext>
            </a:extLst>
          </p:cNvPr>
          <p:cNvSpPr>
            <a:spLocks noGrp="1"/>
          </p:cNvSpPr>
          <p:nvPr>
            <p:ph type="title"/>
          </p:nvPr>
        </p:nvSpPr>
        <p:spPr/>
        <p:txBody>
          <a:bodyPr/>
          <a:lstStyle/>
          <a:p>
            <a:r>
              <a:rPr lang="es-ES" dirty="0"/>
              <a:t>MIN()</a:t>
            </a:r>
            <a:endParaRPr lang="es-PE" dirty="0"/>
          </a:p>
        </p:txBody>
      </p:sp>
      <p:sp>
        <p:nvSpPr>
          <p:cNvPr id="3" name="Marcador de texto 2">
            <a:extLst>
              <a:ext uri="{FF2B5EF4-FFF2-40B4-BE49-F238E27FC236}">
                <a16:creationId xmlns:a16="http://schemas.microsoft.com/office/drawing/2014/main" id="{EB6CA448-45CE-EE08-DACC-0F3A082EB8AA}"/>
              </a:ext>
            </a:extLst>
          </p:cNvPr>
          <p:cNvSpPr>
            <a:spLocks noGrp="1"/>
          </p:cNvSpPr>
          <p:nvPr>
            <p:ph type="body" idx="1"/>
          </p:nvPr>
        </p:nvSpPr>
        <p:spPr/>
        <p:txBody>
          <a:bodyPr>
            <a:normAutofit fontScale="92500" lnSpcReduction="10000"/>
          </a:bodyPr>
          <a:lstStyle/>
          <a:p>
            <a:r>
              <a:rPr lang="es-ES" dirty="0"/>
              <a:t>La función MIN en Excel devuelve el valor numérico más pequeño de un conjunto de valores, como números, celdas, matrices o referencias. Su sintaxis es =MIN(número1, [número2], ...), y se puede utilizar para encontrar el número más bajo en un rango específico (por ejemplo, =MIN(A2:A6)). La función ignora texto, valores lógicos y celdas vacías en los argumentos, pero incluye números lógicos y texto que se escriben directamente en la fórmula si no son argumentos de rango. </a:t>
            </a:r>
            <a:endParaRPr lang="es-PE" dirty="0"/>
          </a:p>
        </p:txBody>
      </p:sp>
    </p:spTree>
    <p:extLst>
      <p:ext uri="{BB962C8B-B14F-4D97-AF65-F5344CB8AC3E}">
        <p14:creationId xmlns:p14="http://schemas.microsoft.com/office/powerpoint/2010/main" val="3154603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3D3D10-6ED3-56F3-2C83-A444C4B85654}"/>
              </a:ext>
            </a:extLst>
          </p:cNvPr>
          <p:cNvSpPr>
            <a:spLocks noGrp="1"/>
          </p:cNvSpPr>
          <p:nvPr>
            <p:ph type="title"/>
          </p:nvPr>
        </p:nvSpPr>
        <p:spPr/>
        <p:txBody>
          <a:bodyPr/>
          <a:lstStyle/>
          <a:p>
            <a:r>
              <a:rPr lang="es-ES" dirty="0"/>
              <a:t>SI()</a:t>
            </a:r>
            <a:endParaRPr lang="es-PE" dirty="0"/>
          </a:p>
        </p:txBody>
      </p:sp>
      <p:sp>
        <p:nvSpPr>
          <p:cNvPr id="3" name="Marcador de texto 2">
            <a:extLst>
              <a:ext uri="{FF2B5EF4-FFF2-40B4-BE49-F238E27FC236}">
                <a16:creationId xmlns:a16="http://schemas.microsoft.com/office/drawing/2014/main" id="{000FAD96-C03C-0243-665C-3BE8829DE670}"/>
              </a:ext>
            </a:extLst>
          </p:cNvPr>
          <p:cNvSpPr>
            <a:spLocks noGrp="1"/>
          </p:cNvSpPr>
          <p:nvPr>
            <p:ph type="body" idx="1"/>
          </p:nvPr>
        </p:nvSpPr>
        <p:spPr/>
        <p:txBody>
          <a:bodyPr/>
          <a:lstStyle/>
          <a:p>
            <a:r>
              <a:rPr lang="es-ES" dirty="0"/>
              <a:t>La función SI en Excel realiza una comparación lógica para devolver un resultado específico si la condición es verdadera, y otro resultado si la condición es falsa. Su sintaxis básica es SI(</a:t>
            </a:r>
            <a:r>
              <a:rPr lang="es-ES" dirty="0" err="1"/>
              <a:t>prueba_lógica</a:t>
            </a:r>
            <a:r>
              <a:rPr lang="es-ES" dirty="0"/>
              <a:t>; </a:t>
            </a:r>
            <a:r>
              <a:rPr lang="es-ES" dirty="0" err="1"/>
              <a:t>valor_si_verdadero</a:t>
            </a:r>
            <a:r>
              <a:rPr lang="es-ES" dirty="0"/>
              <a:t>; </a:t>
            </a:r>
            <a:r>
              <a:rPr lang="es-ES" dirty="0" err="1"/>
              <a:t>valor_si_falso</a:t>
            </a:r>
            <a:r>
              <a:rPr lang="es-ES" dirty="0"/>
              <a:t>). Se utiliza para automatizar decisiones y asignar resultados basados en la evaluación de una o varias condiciones, pudiendo anidarse otras funciones SI para manejar múltiples escenarios. </a:t>
            </a:r>
            <a:endParaRPr lang="es-PE" dirty="0"/>
          </a:p>
        </p:txBody>
      </p:sp>
    </p:spTree>
    <p:extLst>
      <p:ext uri="{BB962C8B-B14F-4D97-AF65-F5344CB8AC3E}">
        <p14:creationId xmlns:p14="http://schemas.microsoft.com/office/powerpoint/2010/main" val="1288485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69058-F98A-AC1A-6FFD-074B4205E3B6}"/>
              </a:ext>
            </a:extLst>
          </p:cNvPr>
          <p:cNvSpPr>
            <a:spLocks noGrp="1"/>
          </p:cNvSpPr>
          <p:nvPr>
            <p:ph type="title"/>
          </p:nvPr>
        </p:nvSpPr>
        <p:spPr/>
        <p:txBody>
          <a:bodyPr/>
          <a:lstStyle/>
          <a:p>
            <a:r>
              <a:rPr lang="es-ES" dirty="0"/>
              <a:t>CONTAR()</a:t>
            </a:r>
            <a:endParaRPr lang="es-PE" dirty="0"/>
          </a:p>
        </p:txBody>
      </p:sp>
      <p:sp>
        <p:nvSpPr>
          <p:cNvPr id="3" name="Marcador de texto 2">
            <a:extLst>
              <a:ext uri="{FF2B5EF4-FFF2-40B4-BE49-F238E27FC236}">
                <a16:creationId xmlns:a16="http://schemas.microsoft.com/office/drawing/2014/main" id="{FCC06FD6-DCA7-6DCE-DECF-066D32797D56}"/>
              </a:ext>
            </a:extLst>
          </p:cNvPr>
          <p:cNvSpPr>
            <a:spLocks noGrp="1"/>
          </p:cNvSpPr>
          <p:nvPr>
            <p:ph type="body" idx="1"/>
          </p:nvPr>
        </p:nvSpPr>
        <p:spPr/>
        <p:txBody>
          <a:bodyPr>
            <a:normAutofit/>
          </a:bodyPr>
          <a:lstStyle/>
          <a:p>
            <a:r>
              <a:rPr lang="es-ES" dirty="0"/>
              <a:t>La función CONTAR en Excel cuenta el número de celdas en un rango que contienen números o fechas, y las fechas se consideran como números en esta función. </a:t>
            </a:r>
          </a:p>
          <a:p>
            <a:r>
              <a:rPr lang="es-ES" dirty="0"/>
              <a:t>Sintaxis</a:t>
            </a:r>
          </a:p>
          <a:p>
            <a:r>
              <a:rPr lang="es-ES" dirty="0"/>
              <a:t>=CONTAR(valor1; [valor2]; ...)</a:t>
            </a:r>
            <a:endParaRPr lang="es-PE" dirty="0"/>
          </a:p>
        </p:txBody>
      </p:sp>
    </p:spTree>
    <p:extLst>
      <p:ext uri="{BB962C8B-B14F-4D97-AF65-F5344CB8AC3E}">
        <p14:creationId xmlns:p14="http://schemas.microsoft.com/office/powerpoint/2010/main" val="689333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B65B1A-483A-094A-3DF2-C12546687887}"/>
              </a:ext>
            </a:extLst>
          </p:cNvPr>
          <p:cNvSpPr>
            <a:spLocks noGrp="1"/>
          </p:cNvSpPr>
          <p:nvPr>
            <p:ph type="title"/>
          </p:nvPr>
        </p:nvSpPr>
        <p:spPr/>
        <p:txBody>
          <a:bodyPr/>
          <a:lstStyle/>
          <a:p>
            <a:r>
              <a:rPr lang="es-ES" dirty="0"/>
              <a:t>CONTARA()</a:t>
            </a:r>
            <a:endParaRPr lang="es-PE" dirty="0"/>
          </a:p>
        </p:txBody>
      </p:sp>
      <p:sp>
        <p:nvSpPr>
          <p:cNvPr id="3" name="Marcador de texto 2">
            <a:extLst>
              <a:ext uri="{FF2B5EF4-FFF2-40B4-BE49-F238E27FC236}">
                <a16:creationId xmlns:a16="http://schemas.microsoft.com/office/drawing/2014/main" id="{46164977-BDBF-89DE-6C5D-FA91B6D9BF80}"/>
              </a:ext>
            </a:extLst>
          </p:cNvPr>
          <p:cNvSpPr>
            <a:spLocks noGrp="1"/>
          </p:cNvSpPr>
          <p:nvPr>
            <p:ph type="body" idx="1"/>
          </p:nvPr>
        </p:nvSpPr>
        <p:spPr/>
        <p:txBody>
          <a:bodyPr>
            <a:normAutofit fontScale="92500"/>
          </a:bodyPr>
          <a:lstStyle/>
          <a:p>
            <a:r>
              <a:rPr lang="es-ES" dirty="0"/>
              <a:t>La función CONTARA en Excel se usa para contar el número de celdas que no están vacías dentro de un rango de datos. Esta función es útil porque cuenta cualquier tipo de información: números, texto, valores lógicos, valores de error y hasta cadenas vacías (""), pero no cuenta las celdas que están completamente vacías. </a:t>
            </a:r>
          </a:p>
          <a:p>
            <a:r>
              <a:rPr lang="es-ES" dirty="0"/>
              <a:t>Sintaxis</a:t>
            </a:r>
          </a:p>
          <a:p>
            <a:r>
              <a:rPr lang="es-ES"/>
              <a:t>La sintaxis es CONTARA(valor1; [valor2]; ...)</a:t>
            </a:r>
            <a:endParaRPr lang="es-PE"/>
          </a:p>
        </p:txBody>
      </p:sp>
    </p:spTree>
    <p:extLst>
      <p:ext uri="{BB962C8B-B14F-4D97-AF65-F5344CB8AC3E}">
        <p14:creationId xmlns:p14="http://schemas.microsoft.com/office/powerpoint/2010/main" val="1026077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731" y="252951"/>
            <a:ext cx="8318378" cy="700195"/>
          </a:xfrm>
        </p:spPr>
        <p:txBody>
          <a:bodyPr/>
          <a:lstStyle/>
          <a:p>
            <a:r>
              <a:rPr dirty="0" err="1"/>
              <a:t>Función</a:t>
            </a:r>
            <a:r>
              <a:rPr dirty="0"/>
              <a:t> SI.ERROR()</a:t>
            </a:r>
          </a:p>
        </p:txBody>
      </p:sp>
      <p:sp>
        <p:nvSpPr>
          <p:cNvPr id="3" name="Text Placeholder 2"/>
          <p:cNvSpPr>
            <a:spLocks noGrp="1"/>
          </p:cNvSpPr>
          <p:nvPr>
            <p:ph type="body" idx="1"/>
          </p:nvPr>
        </p:nvSpPr>
        <p:spPr>
          <a:xfrm>
            <a:off x="1110656" y="1140737"/>
            <a:ext cx="9997946" cy="4098291"/>
          </a:xfrm>
        </p:spPr>
        <p:txBody>
          <a:bodyPr>
            <a:normAutofit/>
          </a:bodyPr>
          <a:lstStyle/>
          <a:p>
            <a:r>
              <a:rPr dirty="0"/>
              <a:t>La </a:t>
            </a:r>
            <a:r>
              <a:rPr dirty="0" err="1"/>
              <a:t>función</a:t>
            </a:r>
            <a:r>
              <a:rPr dirty="0"/>
              <a:t> SI.ERROR </a:t>
            </a:r>
            <a:r>
              <a:rPr dirty="0" err="1"/>
              <a:t>permite</a:t>
            </a:r>
            <a:r>
              <a:rPr dirty="0"/>
              <a:t> </a:t>
            </a:r>
            <a:r>
              <a:rPr dirty="0" err="1"/>
              <a:t>evitar</a:t>
            </a:r>
            <a:r>
              <a:rPr dirty="0"/>
              <a:t> </a:t>
            </a:r>
            <a:r>
              <a:rPr dirty="0" err="1"/>
              <a:t>errores</a:t>
            </a:r>
            <a:r>
              <a:rPr dirty="0"/>
              <a:t> </a:t>
            </a:r>
            <a:r>
              <a:rPr dirty="0" err="1"/>
              <a:t>en</a:t>
            </a:r>
            <a:r>
              <a:rPr dirty="0"/>
              <a:t> </a:t>
            </a:r>
            <a:r>
              <a:rPr dirty="0" err="1"/>
              <a:t>una</a:t>
            </a:r>
            <a:r>
              <a:rPr dirty="0"/>
              <a:t> hoja de </a:t>
            </a:r>
            <a:r>
              <a:rPr dirty="0" err="1"/>
              <a:t>cálculo</a:t>
            </a:r>
            <a:r>
              <a:rPr dirty="0"/>
              <a:t>, </a:t>
            </a:r>
            <a:r>
              <a:rPr dirty="0" err="1"/>
              <a:t>devolviendo</a:t>
            </a:r>
            <a:r>
              <a:rPr dirty="0"/>
              <a:t> un valor </a:t>
            </a:r>
            <a:r>
              <a:rPr dirty="0" err="1"/>
              <a:t>personalizado</a:t>
            </a:r>
            <a:r>
              <a:rPr dirty="0"/>
              <a:t> </a:t>
            </a:r>
            <a:r>
              <a:rPr dirty="0" err="1"/>
              <a:t>cuando</a:t>
            </a:r>
            <a:r>
              <a:rPr dirty="0"/>
              <a:t> </a:t>
            </a:r>
            <a:r>
              <a:rPr dirty="0" err="1"/>
              <a:t>una</a:t>
            </a:r>
            <a:r>
              <a:rPr dirty="0"/>
              <a:t> </a:t>
            </a:r>
            <a:r>
              <a:rPr dirty="0" err="1"/>
              <a:t>fórmula</a:t>
            </a:r>
            <a:r>
              <a:rPr dirty="0"/>
              <a:t> genera error.</a:t>
            </a:r>
          </a:p>
          <a:p>
            <a:endParaRPr dirty="0"/>
          </a:p>
          <a:p>
            <a:r>
              <a:rPr dirty="0" err="1"/>
              <a:t>Sintaxis</a:t>
            </a:r>
            <a:r>
              <a:rPr dirty="0"/>
              <a:t>: =SI.ERROR(valor; </a:t>
            </a:r>
            <a:r>
              <a:rPr dirty="0" err="1"/>
              <a:t>valor_si_error</a:t>
            </a:r>
            <a:r>
              <a:rPr dirty="0"/>
              <a:t>)</a:t>
            </a:r>
          </a:p>
          <a:p>
            <a:r>
              <a:rPr dirty="0" err="1"/>
              <a:t>Ejemplo</a:t>
            </a:r>
            <a:r>
              <a:rPr dirty="0"/>
              <a:t>: =SI.ERROR(A2/B2; "Error </a:t>
            </a:r>
            <a:r>
              <a:rPr dirty="0" err="1"/>
              <a:t>en</a:t>
            </a:r>
            <a:r>
              <a:rPr dirty="0"/>
              <a:t> </a:t>
            </a:r>
            <a:r>
              <a:rPr dirty="0" err="1"/>
              <a:t>división</a:t>
            </a:r>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9052" y="252951"/>
            <a:ext cx="8318378" cy="700195"/>
          </a:xfrm>
        </p:spPr>
        <p:txBody>
          <a:bodyPr/>
          <a:lstStyle/>
          <a:p>
            <a:r>
              <a:rPr dirty="0" err="1"/>
              <a:t>Función</a:t>
            </a:r>
            <a:r>
              <a:rPr dirty="0"/>
              <a:t> Y()</a:t>
            </a:r>
          </a:p>
        </p:txBody>
      </p:sp>
      <p:sp>
        <p:nvSpPr>
          <p:cNvPr id="3" name="Text Placeholder 2"/>
          <p:cNvSpPr>
            <a:spLocks noGrp="1"/>
          </p:cNvSpPr>
          <p:nvPr>
            <p:ph type="body" idx="1"/>
          </p:nvPr>
        </p:nvSpPr>
        <p:spPr>
          <a:xfrm>
            <a:off x="814812" y="1113576"/>
            <a:ext cx="10456752" cy="4762123"/>
          </a:xfrm>
        </p:spPr>
        <p:txBody>
          <a:bodyPr>
            <a:normAutofit/>
          </a:bodyPr>
          <a:lstStyle/>
          <a:p>
            <a:r>
              <a:rPr dirty="0" err="1"/>
              <a:t>Evalúa</a:t>
            </a:r>
            <a:r>
              <a:rPr dirty="0"/>
              <a:t> </a:t>
            </a:r>
            <a:r>
              <a:rPr dirty="0" err="1"/>
              <a:t>si</a:t>
            </a:r>
            <a:r>
              <a:rPr dirty="0"/>
              <a:t> </a:t>
            </a:r>
            <a:r>
              <a:rPr dirty="0" err="1"/>
              <a:t>todas</a:t>
            </a:r>
            <a:r>
              <a:rPr dirty="0"/>
              <a:t> las </a:t>
            </a:r>
            <a:r>
              <a:rPr dirty="0" err="1"/>
              <a:t>condiciones</a:t>
            </a:r>
            <a:r>
              <a:rPr dirty="0"/>
              <a:t> dadas son </a:t>
            </a:r>
            <a:r>
              <a:rPr dirty="0" err="1"/>
              <a:t>verdaderas</a:t>
            </a:r>
            <a:r>
              <a:rPr dirty="0"/>
              <a:t>. </a:t>
            </a:r>
            <a:r>
              <a:rPr dirty="0" err="1"/>
              <a:t>Devuelve</a:t>
            </a:r>
            <a:r>
              <a:rPr dirty="0"/>
              <a:t> VERDADERO </a:t>
            </a:r>
            <a:r>
              <a:rPr dirty="0" err="1"/>
              <a:t>si</a:t>
            </a:r>
            <a:r>
              <a:rPr dirty="0"/>
              <a:t> </a:t>
            </a:r>
            <a:r>
              <a:rPr dirty="0" err="1"/>
              <a:t>todas</a:t>
            </a:r>
            <a:r>
              <a:rPr dirty="0"/>
              <a:t> se </a:t>
            </a:r>
            <a:r>
              <a:rPr dirty="0" err="1"/>
              <a:t>cumplen</a:t>
            </a:r>
            <a:r>
              <a:rPr dirty="0"/>
              <a:t>.</a:t>
            </a:r>
          </a:p>
          <a:p>
            <a:endParaRPr dirty="0"/>
          </a:p>
          <a:p>
            <a:r>
              <a:rPr dirty="0" err="1"/>
              <a:t>Sintaxis</a:t>
            </a:r>
            <a:r>
              <a:rPr dirty="0"/>
              <a:t>: =Y(condición1; condición2; …)</a:t>
            </a:r>
          </a:p>
          <a:p>
            <a:r>
              <a:rPr dirty="0" err="1"/>
              <a:t>Ejemplo</a:t>
            </a:r>
            <a:r>
              <a:rPr dirty="0"/>
              <a:t>: =Y(A1&gt;10; B1&lt;5)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0244" y="356230"/>
            <a:ext cx="8318378" cy="700195"/>
          </a:xfrm>
        </p:spPr>
        <p:txBody>
          <a:bodyPr/>
          <a:lstStyle/>
          <a:p>
            <a:r>
              <a:rPr dirty="0" err="1"/>
              <a:t>Función</a:t>
            </a:r>
            <a:r>
              <a:rPr dirty="0"/>
              <a:t> O()</a:t>
            </a:r>
          </a:p>
        </p:txBody>
      </p:sp>
      <p:sp>
        <p:nvSpPr>
          <p:cNvPr id="3" name="Text Placeholder 2"/>
          <p:cNvSpPr>
            <a:spLocks noGrp="1"/>
          </p:cNvSpPr>
          <p:nvPr>
            <p:ph type="body" idx="1"/>
          </p:nvPr>
        </p:nvSpPr>
        <p:spPr>
          <a:xfrm>
            <a:off x="558395" y="1336984"/>
            <a:ext cx="11089103" cy="3902043"/>
          </a:xfrm>
        </p:spPr>
        <p:txBody>
          <a:bodyPr>
            <a:normAutofit/>
          </a:bodyPr>
          <a:lstStyle/>
          <a:p>
            <a:r>
              <a:rPr dirty="0" err="1"/>
              <a:t>Comprueba</a:t>
            </a:r>
            <a:r>
              <a:rPr dirty="0"/>
              <a:t> </a:t>
            </a:r>
            <a:r>
              <a:rPr dirty="0" err="1"/>
              <a:t>si</a:t>
            </a:r>
            <a:r>
              <a:rPr dirty="0"/>
              <a:t> al </a:t>
            </a:r>
            <a:r>
              <a:rPr dirty="0" err="1"/>
              <a:t>menos</a:t>
            </a:r>
            <a:r>
              <a:rPr dirty="0"/>
              <a:t> </a:t>
            </a:r>
            <a:r>
              <a:rPr dirty="0" err="1"/>
              <a:t>una</a:t>
            </a:r>
            <a:r>
              <a:rPr dirty="0"/>
              <a:t> </a:t>
            </a:r>
            <a:r>
              <a:rPr dirty="0" err="1"/>
              <a:t>condición</a:t>
            </a:r>
            <a:r>
              <a:rPr dirty="0"/>
              <a:t> es </a:t>
            </a:r>
            <a:r>
              <a:rPr dirty="0" err="1"/>
              <a:t>verdadera</a:t>
            </a:r>
            <a:r>
              <a:rPr dirty="0"/>
              <a:t>. </a:t>
            </a:r>
            <a:r>
              <a:rPr dirty="0" err="1"/>
              <a:t>Devuelve</a:t>
            </a:r>
            <a:r>
              <a:rPr dirty="0"/>
              <a:t> VERDADERO </a:t>
            </a:r>
            <a:r>
              <a:rPr dirty="0" err="1"/>
              <a:t>si</a:t>
            </a:r>
            <a:r>
              <a:rPr dirty="0"/>
              <a:t> </a:t>
            </a:r>
            <a:r>
              <a:rPr dirty="0" err="1"/>
              <a:t>alguna</a:t>
            </a:r>
            <a:r>
              <a:rPr dirty="0"/>
              <a:t> se </a:t>
            </a:r>
            <a:r>
              <a:rPr dirty="0" err="1"/>
              <a:t>cumple</a:t>
            </a:r>
            <a:r>
              <a:rPr dirty="0"/>
              <a:t>.</a:t>
            </a:r>
          </a:p>
          <a:p>
            <a:endParaRPr dirty="0"/>
          </a:p>
          <a:p>
            <a:r>
              <a:rPr dirty="0" err="1"/>
              <a:t>Sintaxis</a:t>
            </a:r>
            <a:r>
              <a:rPr dirty="0"/>
              <a:t>: =O(condición1; condición2; …)</a:t>
            </a:r>
          </a:p>
          <a:p>
            <a:r>
              <a:rPr dirty="0" err="1"/>
              <a:t>Ejemplo</a:t>
            </a:r>
            <a:r>
              <a:rPr dirty="0"/>
              <a:t>: =O(A1&gt;100; B1="SI")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6811" y="252951"/>
            <a:ext cx="8318378" cy="700195"/>
          </a:xfrm>
        </p:spPr>
        <p:txBody>
          <a:bodyPr/>
          <a:lstStyle/>
          <a:p>
            <a:r>
              <a:t>Función CONTAR.SI()</a:t>
            </a:r>
          </a:p>
        </p:txBody>
      </p:sp>
      <p:sp>
        <p:nvSpPr>
          <p:cNvPr id="3" name="Text Placeholder 2"/>
          <p:cNvSpPr>
            <a:spLocks noGrp="1"/>
          </p:cNvSpPr>
          <p:nvPr>
            <p:ph type="body" idx="1"/>
          </p:nvPr>
        </p:nvSpPr>
        <p:spPr>
          <a:xfrm>
            <a:off x="775678" y="1219288"/>
            <a:ext cx="10871820" cy="3868759"/>
          </a:xfrm>
        </p:spPr>
        <p:txBody>
          <a:bodyPr>
            <a:normAutofit/>
          </a:bodyPr>
          <a:lstStyle/>
          <a:p>
            <a:r>
              <a:rPr dirty="0" err="1"/>
              <a:t>Cuenta</a:t>
            </a:r>
            <a:r>
              <a:rPr dirty="0"/>
              <a:t> </a:t>
            </a:r>
            <a:r>
              <a:rPr dirty="0" err="1"/>
              <a:t>cuántas</a:t>
            </a:r>
            <a:r>
              <a:rPr dirty="0"/>
              <a:t> </a:t>
            </a:r>
            <a:r>
              <a:rPr dirty="0" err="1"/>
              <a:t>celdas</a:t>
            </a:r>
            <a:r>
              <a:rPr dirty="0"/>
              <a:t> de un </a:t>
            </a:r>
            <a:r>
              <a:rPr dirty="0" err="1"/>
              <a:t>rango</a:t>
            </a:r>
            <a:r>
              <a:rPr dirty="0"/>
              <a:t> </a:t>
            </a:r>
            <a:r>
              <a:rPr dirty="0" err="1"/>
              <a:t>cumplen</a:t>
            </a:r>
            <a:r>
              <a:rPr dirty="0"/>
              <a:t> </a:t>
            </a:r>
            <a:r>
              <a:rPr dirty="0" err="1"/>
              <a:t>una</a:t>
            </a:r>
            <a:r>
              <a:rPr dirty="0"/>
              <a:t> </a:t>
            </a:r>
            <a:r>
              <a:rPr dirty="0" err="1"/>
              <a:t>condición</a:t>
            </a:r>
            <a:r>
              <a:rPr dirty="0"/>
              <a:t> </a:t>
            </a:r>
            <a:r>
              <a:rPr dirty="0" err="1"/>
              <a:t>específica</a:t>
            </a:r>
            <a:r>
              <a:rPr dirty="0"/>
              <a:t>.</a:t>
            </a:r>
          </a:p>
          <a:p>
            <a:endParaRPr dirty="0"/>
          </a:p>
          <a:p>
            <a:r>
              <a:rPr dirty="0" err="1"/>
              <a:t>Sintaxis</a:t>
            </a:r>
            <a:r>
              <a:rPr dirty="0"/>
              <a:t>: =CONTAR.SI(</a:t>
            </a:r>
            <a:r>
              <a:rPr dirty="0" err="1"/>
              <a:t>rango</a:t>
            </a:r>
            <a:r>
              <a:rPr dirty="0"/>
              <a:t>; </a:t>
            </a:r>
            <a:r>
              <a:rPr dirty="0" err="1"/>
              <a:t>criterio</a:t>
            </a:r>
            <a:r>
              <a:rPr dirty="0"/>
              <a:t>)</a:t>
            </a:r>
          </a:p>
          <a:p>
            <a:r>
              <a:rPr dirty="0" err="1"/>
              <a:t>Ejemplo</a:t>
            </a:r>
            <a:r>
              <a:rPr dirty="0"/>
              <a:t>: =CONTAR.SI(A1:A10; "&gt;50")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8228" y="138946"/>
            <a:ext cx="8318378" cy="700195"/>
          </a:xfrm>
        </p:spPr>
        <p:txBody>
          <a:bodyPr/>
          <a:lstStyle/>
          <a:p>
            <a:r>
              <a:rPr dirty="0" err="1"/>
              <a:t>Función</a:t>
            </a:r>
            <a:r>
              <a:rPr dirty="0"/>
              <a:t> SUMAR.SI()</a:t>
            </a:r>
          </a:p>
        </p:txBody>
      </p:sp>
      <p:sp>
        <p:nvSpPr>
          <p:cNvPr id="3" name="Text Placeholder 2"/>
          <p:cNvSpPr>
            <a:spLocks noGrp="1"/>
          </p:cNvSpPr>
          <p:nvPr>
            <p:ph type="body" idx="1"/>
          </p:nvPr>
        </p:nvSpPr>
        <p:spPr>
          <a:xfrm>
            <a:off x="676090" y="1418465"/>
            <a:ext cx="10971408" cy="4185630"/>
          </a:xfrm>
        </p:spPr>
        <p:txBody>
          <a:bodyPr>
            <a:normAutofit/>
          </a:bodyPr>
          <a:lstStyle/>
          <a:p>
            <a:r>
              <a:rPr dirty="0"/>
              <a:t>Suma solo </a:t>
            </a:r>
            <a:r>
              <a:rPr dirty="0" err="1"/>
              <a:t>los</a:t>
            </a:r>
            <a:r>
              <a:rPr dirty="0"/>
              <a:t> </a:t>
            </a:r>
            <a:r>
              <a:rPr dirty="0" err="1"/>
              <a:t>valores</a:t>
            </a:r>
            <a:r>
              <a:rPr dirty="0"/>
              <a:t> que </a:t>
            </a:r>
            <a:r>
              <a:rPr dirty="0" err="1"/>
              <a:t>cumplen</a:t>
            </a:r>
            <a:r>
              <a:rPr dirty="0"/>
              <a:t> </a:t>
            </a:r>
            <a:r>
              <a:rPr dirty="0" err="1"/>
              <a:t>una</a:t>
            </a:r>
            <a:r>
              <a:rPr dirty="0"/>
              <a:t> </a:t>
            </a:r>
            <a:r>
              <a:rPr dirty="0" err="1"/>
              <a:t>condición</a:t>
            </a:r>
            <a:r>
              <a:rPr dirty="0"/>
              <a:t>.</a:t>
            </a:r>
          </a:p>
          <a:p>
            <a:endParaRPr dirty="0"/>
          </a:p>
          <a:p>
            <a:r>
              <a:rPr dirty="0" err="1"/>
              <a:t>Sintaxis</a:t>
            </a:r>
            <a:r>
              <a:rPr dirty="0"/>
              <a:t>: =SUMAR.SI(</a:t>
            </a:r>
            <a:r>
              <a:rPr dirty="0" err="1"/>
              <a:t>rango_criterio</a:t>
            </a:r>
            <a:r>
              <a:rPr dirty="0"/>
              <a:t>; </a:t>
            </a:r>
            <a:r>
              <a:rPr dirty="0" err="1"/>
              <a:t>criterio</a:t>
            </a:r>
            <a:r>
              <a:rPr dirty="0"/>
              <a:t>; </a:t>
            </a:r>
            <a:r>
              <a:rPr dirty="0" err="1"/>
              <a:t>rango_suma</a:t>
            </a:r>
            <a:r>
              <a:rPr dirty="0"/>
              <a:t>)</a:t>
            </a:r>
          </a:p>
          <a:p>
            <a:r>
              <a:rPr dirty="0" err="1"/>
              <a:t>Ejemplo</a:t>
            </a:r>
            <a:r>
              <a:rPr dirty="0"/>
              <a:t>: =SUMAR.SI(B2:B10; "Ventas"; C2:C10)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8640" y="252951"/>
            <a:ext cx="8318378" cy="700195"/>
          </a:xfrm>
        </p:spPr>
        <p:txBody>
          <a:bodyPr/>
          <a:lstStyle/>
          <a:p>
            <a:r>
              <a:rPr dirty="0" err="1"/>
              <a:t>Función</a:t>
            </a:r>
            <a:r>
              <a:rPr dirty="0"/>
              <a:t> PROMEDIO.SI()</a:t>
            </a:r>
          </a:p>
        </p:txBody>
      </p:sp>
      <p:sp>
        <p:nvSpPr>
          <p:cNvPr id="3" name="Text Placeholder 2"/>
          <p:cNvSpPr>
            <a:spLocks noGrp="1"/>
          </p:cNvSpPr>
          <p:nvPr>
            <p:ph type="body" idx="1"/>
          </p:nvPr>
        </p:nvSpPr>
        <p:spPr>
          <a:xfrm>
            <a:off x="721357" y="1454680"/>
            <a:ext cx="11084362" cy="4450174"/>
          </a:xfrm>
        </p:spPr>
        <p:txBody>
          <a:bodyPr>
            <a:normAutofit/>
          </a:bodyPr>
          <a:lstStyle/>
          <a:p>
            <a:r>
              <a:rPr dirty="0" err="1"/>
              <a:t>Calcula</a:t>
            </a:r>
            <a:r>
              <a:rPr dirty="0"/>
              <a:t> </a:t>
            </a:r>
            <a:r>
              <a:rPr dirty="0" err="1"/>
              <a:t>el</a:t>
            </a:r>
            <a:r>
              <a:rPr dirty="0"/>
              <a:t> </a:t>
            </a:r>
            <a:r>
              <a:rPr dirty="0" err="1"/>
              <a:t>promedio</a:t>
            </a:r>
            <a:r>
              <a:rPr dirty="0"/>
              <a:t> de las </a:t>
            </a:r>
            <a:r>
              <a:rPr dirty="0" err="1"/>
              <a:t>celdas</a:t>
            </a:r>
            <a:r>
              <a:rPr dirty="0"/>
              <a:t> que </a:t>
            </a:r>
            <a:r>
              <a:rPr dirty="0" err="1"/>
              <a:t>cumplen</a:t>
            </a:r>
            <a:r>
              <a:rPr dirty="0"/>
              <a:t> un </a:t>
            </a:r>
            <a:r>
              <a:rPr dirty="0" err="1"/>
              <a:t>criterio</a:t>
            </a:r>
            <a:r>
              <a:rPr dirty="0"/>
              <a:t>.</a:t>
            </a:r>
          </a:p>
          <a:p>
            <a:endParaRPr dirty="0"/>
          </a:p>
          <a:p>
            <a:r>
              <a:rPr dirty="0" err="1"/>
              <a:t>Sintaxis</a:t>
            </a:r>
            <a:r>
              <a:rPr dirty="0"/>
              <a:t>: =PROMEDIO.SI(</a:t>
            </a:r>
            <a:r>
              <a:rPr dirty="0" err="1"/>
              <a:t>rango</a:t>
            </a:r>
            <a:r>
              <a:rPr dirty="0"/>
              <a:t>; </a:t>
            </a:r>
            <a:r>
              <a:rPr dirty="0" err="1"/>
              <a:t>criterio</a:t>
            </a:r>
            <a:r>
              <a:rPr dirty="0"/>
              <a:t>; [</a:t>
            </a:r>
            <a:r>
              <a:rPr dirty="0" err="1"/>
              <a:t>rango_promedio</a:t>
            </a:r>
            <a:r>
              <a:rPr dirty="0"/>
              <a:t>])</a:t>
            </a:r>
          </a:p>
          <a:p>
            <a:r>
              <a:rPr dirty="0" err="1"/>
              <a:t>Ejemplo</a:t>
            </a:r>
            <a:r>
              <a:rPr dirty="0"/>
              <a:t>: =PROMEDIO.SI(A2:A10; "&gt;10"; B2:B10)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6811" y="111786"/>
            <a:ext cx="8318378" cy="700195"/>
          </a:xfrm>
        </p:spPr>
        <p:txBody>
          <a:bodyPr/>
          <a:lstStyle/>
          <a:p>
            <a:r>
              <a:rPr dirty="0" err="1"/>
              <a:t>Función</a:t>
            </a:r>
            <a:r>
              <a:rPr dirty="0"/>
              <a:t> BUSCARV()</a:t>
            </a:r>
          </a:p>
        </p:txBody>
      </p:sp>
      <p:sp>
        <p:nvSpPr>
          <p:cNvPr id="3" name="Text Placeholder 2"/>
          <p:cNvSpPr>
            <a:spLocks noGrp="1"/>
          </p:cNvSpPr>
          <p:nvPr>
            <p:ph type="body" idx="1"/>
          </p:nvPr>
        </p:nvSpPr>
        <p:spPr>
          <a:xfrm>
            <a:off x="775678" y="1101594"/>
            <a:ext cx="10957613" cy="4803259"/>
          </a:xfrm>
        </p:spPr>
        <p:txBody>
          <a:bodyPr>
            <a:normAutofit/>
          </a:bodyPr>
          <a:lstStyle/>
          <a:p>
            <a:r>
              <a:rPr dirty="0" err="1"/>
              <a:t>Busca</a:t>
            </a:r>
            <a:r>
              <a:rPr dirty="0"/>
              <a:t> un valor </a:t>
            </a:r>
            <a:r>
              <a:rPr dirty="0" err="1"/>
              <a:t>en</a:t>
            </a:r>
            <a:r>
              <a:rPr dirty="0"/>
              <a:t> la </a:t>
            </a:r>
            <a:r>
              <a:rPr dirty="0" err="1"/>
              <a:t>primera</a:t>
            </a:r>
            <a:r>
              <a:rPr dirty="0"/>
              <a:t> </a:t>
            </a:r>
            <a:r>
              <a:rPr dirty="0" err="1"/>
              <a:t>columna</a:t>
            </a:r>
            <a:r>
              <a:rPr dirty="0"/>
              <a:t> de </a:t>
            </a:r>
            <a:r>
              <a:rPr dirty="0" err="1"/>
              <a:t>una</a:t>
            </a:r>
            <a:r>
              <a:rPr dirty="0"/>
              <a:t> </a:t>
            </a:r>
            <a:r>
              <a:rPr dirty="0" err="1"/>
              <a:t>tabla</a:t>
            </a:r>
            <a:r>
              <a:rPr dirty="0"/>
              <a:t> y </a:t>
            </a:r>
            <a:r>
              <a:rPr dirty="0" err="1"/>
              <a:t>devuelve</a:t>
            </a:r>
            <a:r>
              <a:rPr dirty="0"/>
              <a:t> un valor de </a:t>
            </a:r>
            <a:r>
              <a:rPr dirty="0" err="1"/>
              <a:t>otra</a:t>
            </a:r>
            <a:r>
              <a:rPr dirty="0"/>
              <a:t> </a:t>
            </a:r>
            <a:r>
              <a:rPr dirty="0" err="1"/>
              <a:t>columna</a:t>
            </a:r>
            <a:r>
              <a:rPr dirty="0"/>
              <a:t>.</a:t>
            </a:r>
          </a:p>
          <a:p>
            <a:endParaRPr dirty="0"/>
          </a:p>
          <a:p>
            <a:r>
              <a:rPr dirty="0" err="1"/>
              <a:t>Sintaxis</a:t>
            </a:r>
            <a:r>
              <a:rPr dirty="0"/>
              <a:t>: =BUSCARV(</a:t>
            </a:r>
            <a:r>
              <a:rPr dirty="0" err="1"/>
              <a:t>valor_buscado</a:t>
            </a:r>
            <a:r>
              <a:rPr dirty="0"/>
              <a:t>; </a:t>
            </a:r>
            <a:r>
              <a:rPr dirty="0" err="1"/>
              <a:t>tabla</a:t>
            </a:r>
            <a:r>
              <a:rPr dirty="0"/>
              <a:t>; </a:t>
            </a:r>
            <a:r>
              <a:rPr dirty="0" err="1"/>
              <a:t>núm_indice_columna</a:t>
            </a:r>
            <a:r>
              <a:rPr dirty="0"/>
              <a:t>; [</a:t>
            </a:r>
            <a:r>
              <a:rPr dirty="0" err="1"/>
              <a:t>ordenado</a:t>
            </a:r>
            <a:r>
              <a:rPr dirty="0"/>
              <a:t>])</a:t>
            </a:r>
          </a:p>
          <a:p>
            <a:r>
              <a:rPr dirty="0" err="1"/>
              <a:t>Ejemplo</a:t>
            </a:r>
            <a:r>
              <a:rPr dirty="0"/>
              <a:t>: =BUSCARV(A2; B2:D10; 3; FALSO)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705" y="252951"/>
            <a:ext cx="8318378" cy="700195"/>
          </a:xfrm>
        </p:spPr>
        <p:txBody>
          <a:bodyPr/>
          <a:lstStyle/>
          <a:p>
            <a:r>
              <a:rPr dirty="0" err="1"/>
              <a:t>Función</a:t>
            </a:r>
            <a:r>
              <a:rPr dirty="0"/>
              <a:t> BUSCARX()</a:t>
            </a:r>
          </a:p>
        </p:txBody>
      </p:sp>
      <p:sp>
        <p:nvSpPr>
          <p:cNvPr id="3" name="Text Placeholder 2"/>
          <p:cNvSpPr>
            <a:spLocks noGrp="1"/>
          </p:cNvSpPr>
          <p:nvPr>
            <p:ph type="body" idx="1"/>
          </p:nvPr>
        </p:nvSpPr>
        <p:spPr>
          <a:xfrm>
            <a:off x="748518" y="1708177"/>
            <a:ext cx="10898980" cy="4611142"/>
          </a:xfrm>
        </p:spPr>
        <p:txBody>
          <a:bodyPr>
            <a:normAutofit/>
          </a:bodyPr>
          <a:lstStyle/>
          <a:p>
            <a:r>
              <a:rPr dirty="0" err="1"/>
              <a:t>Versión</a:t>
            </a:r>
            <a:r>
              <a:rPr dirty="0"/>
              <a:t> </a:t>
            </a:r>
            <a:r>
              <a:rPr dirty="0" err="1"/>
              <a:t>moderna</a:t>
            </a:r>
            <a:r>
              <a:rPr dirty="0"/>
              <a:t> y flexible de BUSCARV, </a:t>
            </a:r>
            <a:r>
              <a:rPr dirty="0" err="1"/>
              <a:t>permite</a:t>
            </a:r>
            <a:r>
              <a:rPr dirty="0"/>
              <a:t> </a:t>
            </a:r>
            <a:r>
              <a:rPr dirty="0" err="1"/>
              <a:t>buscar</a:t>
            </a:r>
            <a:r>
              <a:rPr dirty="0"/>
              <a:t> </a:t>
            </a:r>
            <a:r>
              <a:rPr dirty="0" err="1"/>
              <a:t>en</a:t>
            </a:r>
            <a:r>
              <a:rPr dirty="0"/>
              <a:t> </a:t>
            </a:r>
            <a:r>
              <a:rPr dirty="0" err="1"/>
              <a:t>cualquier</a:t>
            </a:r>
            <a:r>
              <a:rPr dirty="0"/>
              <a:t> </a:t>
            </a:r>
            <a:r>
              <a:rPr dirty="0" err="1"/>
              <a:t>dirección</a:t>
            </a:r>
            <a:r>
              <a:rPr dirty="0"/>
              <a:t>.</a:t>
            </a:r>
          </a:p>
          <a:p>
            <a:endParaRPr dirty="0"/>
          </a:p>
          <a:p>
            <a:r>
              <a:rPr dirty="0" err="1"/>
              <a:t>Sintaxis</a:t>
            </a:r>
            <a:r>
              <a:rPr dirty="0"/>
              <a:t>: =BUSCARX(</a:t>
            </a:r>
            <a:r>
              <a:rPr dirty="0" err="1"/>
              <a:t>valor_buscado</a:t>
            </a:r>
            <a:r>
              <a:rPr dirty="0"/>
              <a:t>; </a:t>
            </a:r>
            <a:r>
              <a:rPr dirty="0" err="1"/>
              <a:t>matriz_buscar</a:t>
            </a:r>
            <a:r>
              <a:rPr dirty="0"/>
              <a:t>; </a:t>
            </a:r>
            <a:r>
              <a:rPr dirty="0" err="1"/>
              <a:t>matriz_resultado</a:t>
            </a:r>
            <a:r>
              <a:rPr dirty="0"/>
              <a:t>; [</a:t>
            </a:r>
            <a:r>
              <a:rPr dirty="0" err="1"/>
              <a:t>si_no_encontrado</a:t>
            </a:r>
            <a:r>
              <a:rPr dirty="0"/>
              <a:t>])</a:t>
            </a:r>
          </a:p>
          <a:p>
            <a:r>
              <a:rPr dirty="0" err="1"/>
              <a:t>Ejemplo</a:t>
            </a:r>
            <a:r>
              <a:rPr dirty="0"/>
              <a:t>: =BUSCARX(A2; B2:B10; C2:C10; "No </a:t>
            </a:r>
            <a:r>
              <a:rPr dirty="0" err="1"/>
              <a:t>encontrado</a:t>
            </a:r>
            <a:r>
              <a:rPr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945" y="148000"/>
            <a:ext cx="8318378" cy="700195"/>
          </a:xfrm>
        </p:spPr>
        <p:txBody>
          <a:bodyPr/>
          <a:lstStyle/>
          <a:p>
            <a:r>
              <a:rPr dirty="0" err="1"/>
              <a:t>Funciones</a:t>
            </a:r>
            <a:r>
              <a:rPr dirty="0"/>
              <a:t> de </a:t>
            </a:r>
            <a:r>
              <a:rPr dirty="0" err="1"/>
              <a:t>texto</a:t>
            </a:r>
            <a:endParaRPr dirty="0"/>
          </a:p>
        </p:txBody>
      </p:sp>
      <p:sp>
        <p:nvSpPr>
          <p:cNvPr id="3" name="Text Placeholder 2"/>
          <p:cNvSpPr>
            <a:spLocks noGrp="1"/>
          </p:cNvSpPr>
          <p:nvPr>
            <p:ph type="body" idx="1"/>
          </p:nvPr>
        </p:nvSpPr>
        <p:spPr>
          <a:xfrm>
            <a:off x="766624" y="848195"/>
            <a:ext cx="10975721" cy="5362482"/>
          </a:xfrm>
        </p:spPr>
        <p:txBody>
          <a:bodyPr>
            <a:normAutofit/>
          </a:bodyPr>
          <a:lstStyle/>
          <a:p>
            <a:r>
              <a:rPr dirty="0"/>
              <a:t>CONCATENAR(), CONCAT(), TEXTO.UNIR() </a:t>
            </a:r>
            <a:r>
              <a:rPr dirty="0" err="1"/>
              <a:t>permiten</a:t>
            </a:r>
            <a:r>
              <a:rPr dirty="0"/>
              <a:t> </a:t>
            </a:r>
            <a:r>
              <a:rPr dirty="0" err="1"/>
              <a:t>unir</a:t>
            </a:r>
            <a:r>
              <a:rPr dirty="0"/>
              <a:t> </a:t>
            </a:r>
            <a:r>
              <a:rPr dirty="0" err="1"/>
              <a:t>textos</a:t>
            </a:r>
            <a:r>
              <a:rPr dirty="0"/>
              <a:t> de </a:t>
            </a:r>
            <a:r>
              <a:rPr dirty="0" err="1"/>
              <a:t>diferentes</a:t>
            </a:r>
            <a:r>
              <a:rPr dirty="0"/>
              <a:t> </a:t>
            </a:r>
            <a:r>
              <a:rPr dirty="0" err="1"/>
              <a:t>celdas</a:t>
            </a:r>
            <a:r>
              <a:rPr dirty="0"/>
              <a:t>.</a:t>
            </a:r>
          </a:p>
          <a:p>
            <a:endParaRPr dirty="0"/>
          </a:p>
          <a:p>
            <a:r>
              <a:rPr dirty="0" err="1"/>
              <a:t>Ejemplo</a:t>
            </a:r>
            <a:r>
              <a:rPr dirty="0"/>
              <a:t>: =CONCATENAR(A2; " "; B2)</a:t>
            </a:r>
          </a:p>
          <a:p>
            <a:endParaRPr dirty="0"/>
          </a:p>
          <a:p>
            <a:r>
              <a:rPr dirty="0"/>
              <a:t>IZQUIERDA(), DERECHA(), EXTRAE() </a:t>
            </a:r>
            <a:r>
              <a:rPr dirty="0" err="1"/>
              <a:t>extraen</a:t>
            </a:r>
            <a:r>
              <a:rPr dirty="0"/>
              <a:t> partes del </a:t>
            </a:r>
            <a:r>
              <a:rPr dirty="0" err="1"/>
              <a:t>texto</a:t>
            </a:r>
            <a:r>
              <a:rPr dirty="0"/>
              <a:t>.</a:t>
            </a:r>
          </a:p>
          <a:p>
            <a:r>
              <a:rPr dirty="0" err="1"/>
              <a:t>Ejemplo</a:t>
            </a:r>
            <a:r>
              <a:rPr dirty="0"/>
              <a:t>: =IZQUIERDA(A2; 3)</a:t>
            </a:r>
          </a:p>
          <a:p>
            <a:endParaRPr dirty="0"/>
          </a:p>
          <a:p>
            <a:r>
              <a:rPr dirty="0"/>
              <a:t>MAYUSC(), MINUSC(), NOMPROPIO() </a:t>
            </a:r>
            <a:r>
              <a:rPr dirty="0" err="1"/>
              <a:t>cambian</a:t>
            </a:r>
            <a:r>
              <a:rPr dirty="0"/>
              <a:t> </a:t>
            </a:r>
            <a:r>
              <a:rPr dirty="0" err="1"/>
              <a:t>el</a:t>
            </a:r>
            <a:r>
              <a:rPr dirty="0"/>
              <a:t> </a:t>
            </a:r>
            <a:r>
              <a:rPr dirty="0" err="1"/>
              <a:t>formato</a:t>
            </a:r>
            <a:r>
              <a:rPr dirty="0"/>
              <a:t> del </a:t>
            </a:r>
            <a:r>
              <a:rPr dirty="0" err="1"/>
              <a:t>texto</a:t>
            </a:r>
            <a:r>
              <a:rPr dirty="0"/>
              <a:t>.</a:t>
            </a:r>
          </a:p>
          <a:p>
            <a:r>
              <a:rPr dirty="0" err="1"/>
              <a:t>Ejemplo</a:t>
            </a:r>
            <a:r>
              <a:rPr dirty="0"/>
              <a:t>: =NOMPROPIO("yeison carhuapoma")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6811" y="93679"/>
            <a:ext cx="8318378" cy="700195"/>
          </a:xfrm>
        </p:spPr>
        <p:txBody>
          <a:bodyPr/>
          <a:lstStyle/>
          <a:p>
            <a:r>
              <a:rPr dirty="0" err="1"/>
              <a:t>Funciones</a:t>
            </a:r>
            <a:r>
              <a:rPr dirty="0"/>
              <a:t> de </a:t>
            </a:r>
            <a:r>
              <a:rPr dirty="0" err="1"/>
              <a:t>fecha</a:t>
            </a:r>
            <a:r>
              <a:rPr dirty="0"/>
              <a:t> y hora</a:t>
            </a:r>
          </a:p>
        </p:txBody>
      </p:sp>
      <p:sp>
        <p:nvSpPr>
          <p:cNvPr id="3" name="Text Placeholder 2"/>
          <p:cNvSpPr>
            <a:spLocks noGrp="1"/>
          </p:cNvSpPr>
          <p:nvPr>
            <p:ph type="body" idx="1"/>
          </p:nvPr>
        </p:nvSpPr>
        <p:spPr>
          <a:xfrm>
            <a:off x="866213" y="896293"/>
            <a:ext cx="10781285" cy="5241957"/>
          </a:xfrm>
        </p:spPr>
        <p:txBody>
          <a:bodyPr>
            <a:normAutofit/>
          </a:bodyPr>
          <a:lstStyle/>
          <a:p>
            <a:r>
              <a:rPr dirty="0"/>
              <a:t>HOY() </a:t>
            </a:r>
            <a:r>
              <a:rPr dirty="0" err="1"/>
              <a:t>devuelve</a:t>
            </a:r>
            <a:r>
              <a:rPr dirty="0"/>
              <a:t> la </a:t>
            </a:r>
            <a:r>
              <a:rPr dirty="0" err="1"/>
              <a:t>fecha</a:t>
            </a:r>
            <a:r>
              <a:rPr dirty="0"/>
              <a:t> actual.</a:t>
            </a:r>
          </a:p>
          <a:p>
            <a:r>
              <a:rPr dirty="0"/>
              <a:t>AHORA() </a:t>
            </a:r>
            <a:r>
              <a:rPr dirty="0" err="1"/>
              <a:t>devuelve</a:t>
            </a:r>
            <a:r>
              <a:rPr dirty="0"/>
              <a:t> </a:t>
            </a:r>
            <a:r>
              <a:rPr dirty="0" err="1"/>
              <a:t>fecha</a:t>
            </a:r>
            <a:r>
              <a:rPr dirty="0"/>
              <a:t> y hora actual.</a:t>
            </a:r>
          </a:p>
          <a:p>
            <a:endParaRPr dirty="0"/>
          </a:p>
          <a:p>
            <a:r>
              <a:rPr dirty="0"/>
              <a:t>DIA(), MES(), AÑO() </a:t>
            </a:r>
            <a:r>
              <a:rPr dirty="0" err="1"/>
              <a:t>extraen</a:t>
            </a:r>
            <a:r>
              <a:rPr dirty="0"/>
              <a:t> partes </a:t>
            </a:r>
            <a:r>
              <a:rPr dirty="0" err="1"/>
              <a:t>específicas</a:t>
            </a:r>
            <a:r>
              <a:rPr dirty="0"/>
              <a:t> de </a:t>
            </a:r>
            <a:r>
              <a:rPr dirty="0" err="1"/>
              <a:t>una</a:t>
            </a:r>
            <a:r>
              <a:rPr dirty="0"/>
              <a:t> </a:t>
            </a:r>
            <a:r>
              <a:rPr dirty="0" err="1"/>
              <a:t>fecha</a:t>
            </a:r>
            <a:r>
              <a:rPr dirty="0"/>
              <a:t>.</a:t>
            </a:r>
          </a:p>
          <a:p>
            <a:r>
              <a:rPr dirty="0" err="1"/>
              <a:t>Ejemplo</a:t>
            </a:r>
            <a:r>
              <a:rPr dirty="0"/>
              <a:t>:</a:t>
            </a:r>
          </a:p>
          <a:p>
            <a:r>
              <a:rPr dirty="0"/>
              <a:t>=DIA(A1)</a:t>
            </a:r>
          </a:p>
          <a:p>
            <a:r>
              <a:rPr dirty="0"/>
              <a:t>=MES(A1)</a:t>
            </a:r>
          </a:p>
          <a:p>
            <a:r>
              <a:rPr dirty="0"/>
              <a:t>=AÑO(A1)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5"/>
          <p:cNvSpPr txBox="1">
            <a:spLocks noGrp="1"/>
          </p:cNvSpPr>
          <p:nvPr>
            <p:ph type="body" idx="1"/>
          </p:nvPr>
        </p:nvSpPr>
        <p:spPr>
          <a:xfrm>
            <a:off x="621268" y="1359023"/>
            <a:ext cx="9898062" cy="49625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1B3156"/>
              </a:buClr>
              <a:buSzPts val="2800"/>
              <a:buChar char="•"/>
            </a:pPr>
            <a:r>
              <a:rPr lang="es-ES" u="sng" dirty="0">
                <a:solidFill>
                  <a:schemeClr val="hlink"/>
                </a:solidFill>
                <a:hlinkClick r:id="rId3"/>
              </a:rPr>
              <a:t>https://es.scribd.com/document/861183798/Partes-Entorno-Excel</a:t>
            </a:r>
            <a:endParaRPr dirty="0"/>
          </a:p>
          <a:p>
            <a:pPr marL="228600" lvl="0" indent="-228600" algn="l" rtl="0">
              <a:lnSpc>
                <a:spcPct val="90000"/>
              </a:lnSpc>
              <a:spcBef>
                <a:spcPts val="1000"/>
              </a:spcBef>
              <a:spcAft>
                <a:spcPts val="0"/>
              </a:spcAft>
              <a:buClr>
                <a:srgbClr val="1B3156"/>
              </a:buClr>
              <a:buSzPts val="2800"/>
              <a:buChar char="•"/>
            </a:pPr>
            <a:r>
              <a:rPr lang="es-ES" u="sng" dirty="0">
                <a:solidFill>
                  <a:schemeClr val="hlink"/>
                </a:solidFill>
                <a:hlinkClick r:id="rId4"/>
              </a:rPr>
              <a:t>https://www.educa.jcyl.es/educacyl/cm/gallery/CCD/Area_4/A2.4_Excel_como_herramienta_de_evaluacion/1_qu_es_excel_aplicaciones.html</a:t>
            </a:r>
            <a:endParaRPr dirty="0"/>
          </a:p>
          <a:p>
            <a:pPr marL="228600" lvl="0" indent="-228600" algn="l" rtl="0">
              <a:lnSpc>
                <a:spcPct val="90000"/>
              </a:lnSpc>
              <a:spcBef>
                <a:spcPts val="1000"/>
              </a:spcBef>
              <a:spcAft>
                <a:spcPts val="0"/>
              </a:spcAft>
              <a:buClr>
                <a:srgbClr val="1B3156"/>
              </a:buClr>
              <a:buSzPts val="2800"/>
              <a:buChar char="•"/>
            </a:pPr>
            <a:r>
              <a:rPr lang="es-ES" u="sng" dirty="0">
                <a:solidFill>
                  <a:schemeClr val="hlink"/>
                </a:solidFill>
                <a:hlinkClick r:id="rId5"/>
              </a:rPr>
              <a:t>https://www.lenovo.com/co/es/glosario/microsoft-excel/?srsltid=AfmBOoo0as0OOwQi_D2berAZszqyIvmBhj0nWHxxc2ekIugWzkRRWqsC</a:t>
            </a:r>
            <a:endParaRPr lang="es-ES" u="sng" dirty="0">
              <a:solidFill>
                <a:schemeClr val="hlink"/>
              </a:solidFill>
            </a:endParaRPr>
          </a:p>
          <a:p>
            <a:pPr marL="228600" lvl="0" indent="-228600" algn="l" rtl="0">
              <a:lnSpc>
                <a:spcPct val="90000"/>
              </a:lnSpc>
              <a:spcBef>
                <a:spcPts val="1000"/>
              </a:spcBef>
              <a:spcAft>
                <a:spcPts val="0"/>
              </a:spcAft>
              <a:buClr>
                <a:srgbClr val="1B3156"/>
              </a:buClr>
              <a:buSzPts val="2800"/>
              <a:buChar char="•"/>
            </a:pPr>
            <a:r>
              <a:rPr lang="es-PE" dirty="0">
                <a:hlinkClick r:id="rId6"/>
              </a:rPr>
              <a:t>https://corporatefinanceinstitute-com.translate.goog/resources/excel/formula-vs-function/?_x_tr_sl=en&amp;_x_tr_tl=es&amp;_x_tr_hl=es&amp;_x_tr_pto=tc</a:t>
            </a:r>
            <a:endParaRPr lang="es-ES" u="sng" dirty="0">
              <a:solidFill>
                <a:schemeClr val="hlink"/>
              </a:solidFill>
            </a:endParaRPr>
          </a:p>
          <a:p>
            <a:pPr marL="228600" lvl="0" indent="-228600" algn="l" rtl="0">
              <a:lnSpc>
                <a:spcPct val="90000"/>
              </a:lnSpc>
              <a:spcBef>
                <a:spcPts val="1000"/>
              </a:spcBef>
              <a:spcAft>
                <a:spcPts val="0"/>
              </a:spcAft>
              <a:buClr>
                <a:srgbClr val="1B3156"/>
              </a:buClr>
              <a:buSzPts val="2800"/>
              <a:buChar char="•"/>
            </a:pPr>
            <a:endParaRPr dirty="0"/>
          </a:p>
          <a:p>
            <a:pPr marL="228600" lvl="0" indent="-50800" algn="l" rtl="0">
              <a:lnSpc>
                <a:spcPct val="90000"/>
              </a:lnSpc>
              <a:spcBef>
                <a:spcPts val="1000"/>
              </a:spcBef>
              <a:spcAft>
                <a:spcPts val="0"/>
              </a:spcAft>
              <a:buClr>
                <a:srgbClr val="1B3156"/>
              </a:buClr>
              <a:buSzPts val="2800"/>
              <a:buNone/>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37"/>
          <p:cNvSpPr/>
          <p:nvPr/>
        </p:nvSpPr>
        <p:spPr>
          <a:xfrm>
            <a:off x="1572422" y="854188"/>
            <a:ext cx="282346" cy="283180"/>
          </a:xfrm>
          <a:custGeom>
            <a:avLst/>
            <a:gdLst/>
            <a:ahLst/>
            <a:cxnLst/>
            <a:rect l="l" t="t" r="r" b="b"/>
            <a:pathLst>
              <a:path w="3240001" h="3249575" extrusionOk="0">
                <a:moveTo>
                  <a:pt x="1275349" y="2002569"/>
                </a:moveTo>
                <a:lnTo>
                  <a:pt x="1625117" y="2233002"/>
                </a:lnTo>
                <a:lnTo>
                  <a:pt x="1968772" y="2006596"/>
                </a:lnTo>
                <a:lnTo>
                  <a:pt x="3240001" y="3249575"/>
                </a:lnTo>
                <a:lnTo>
                  <a:pt x="0" y="3249575"/>
                </a:lnTo>
                <a:close/>
                <a:moveTo>
                  <a:pt x="1067116" y="1473605"/>
                </a:moveTo>
                <a:lnTo>
                  <a:pt x="1067116" y="1581605"/>
                </a:lnTo>
                <a:lnTo>
                  <a:pt x="2183116" y="1581605"/>
                </a:lnTo>
                <a:lnTo>
                  <a:pt x="2183116" y="1473605"/>
                </a:lnTo>
                <a:close/>
                <a:moveTo>
                  <a:pt x="1067116" y="1267205"/>
                </a:moveTo>
                <a:lnTo>
                  <a:pt x="1067116" y="1375205"/>
                </a:lnTo>
                <a:lnTo>
                  <a:pt x="2183116" y="1375205"/>
                </a:lnTo>
                <a:lnTo>
                  <a:pt x="2183116" y="1267205"/>
                </a:lnTo>
                <a:close/>
                <a:moveTo>
                  <a:pt x="3240001" y="1172196"/>
                </a:moveTo>
                <a:lnTo>
                  <a:pt x="3240001" y="3142550"/>
                </a:lnTo>
                <a:lnTo>
                  <a:pt x="2026252" y="1968728"/>
                </a:lnTo>
                <a:lnTo>
                  <a:pt x="3049854" y="1294362"/>
                </a:lnTo>
                <a:close/>
                <a:moveTo>
                  <a:pt x="0" y="1172196"/>
                </a:moveTo>
                <a:lnTo>
                  <a:pt x="602850" y="1559516"/>
                </a:lnTo>
                <a:lnTo>
                  <a:pt x="1217896" y="1964719"/>
                </a:lnTo>
                <a:lnTo>
                  <a:pt x="0" y="3142550"/>
                </a:lnTo>
                <a:close/>
                <a:moveTo>
                  <a:pt x="1067116" y="1060805"/>
                </a:moveTo>
                <a:lnTo>
                  <a:pt x="1067116" y="1168805"/>
                </a:lnTo>
                <a:lnTo>
                  <a:pt x="2183116" y="1168805"/>
                </a:lnTo>
                <a:lnTo>
                  <a:pt x="2183116" y="1060805"/>
                </a:lnTo>
                <a:close/>
                <a:moveTo>
                  <a:pt x="869032" y="816137"/>
                </a:moveTo>
                <a:lnTo>
                  <a:pt x="2381200" y="816137"/>
                </a:lnTo>
                <a:lnTo>
                  <a:pt x="2381200" y="1623491"/>
                </a:lnTo>
                <a:lnTo>
                  <a:pt x="1668045" y="2093329"/>
                </a:lnTo>
                <a:lnTo>
                  <a:pt x="1625116" y="2121611"/>
                </a:lnTo>
                <a:lnTo>
                  <a:pt x="869032" y="1623491"/>
                </a:lnTo>
                <a:close/>
                <a:moveTo>
                  <a:pt x="1625116" y="0"/>
                </a:moveTo>
                <a:lnTo>
                  <a:pt x="3235286" y="1060806"/>
                </a:lnTo>
                <a:lnTo>
                  <a:pt x="2489212" y="1552331"/>
                </a:lnTo>
                <a:lnTo>
                  <a:pt x="2489212" y="708008"/>
                </a:lnTo>
                <a:lnTo>
                  <a:pt x="761020" y="708008"/>
                </a:lnTo>
                <a:lnTo>
                  <a:pt x="761020" y="1552331"/>
                </a:lnTo>
                <a:lnTo>
                  <a:pt x="14946" y="1060806"/>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43" name="Google Shape;143;p37"/>
          <p:cNvSpPr/>
          <p:nvPr/>
        </p:nvSpPr>
        <p:spPr>
          <a:xfrm>
            <a:off x="1119742" y="892255"/>
            <a:ext cx="282345" cy="207045"/>
          </a:xfrm>
          <a:custGeom>
            <a:avLst/>
            <a:gdLst/>
            <a:ahLst/>
            <a:cxnLst/>
            <a:rect l="l" t="t" r="r" b="b"/>
            <a:pathLst>
              <a:path w="3240001" h="2375905" extrusionOk="0">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44" name="Google Shape;144;p37"/>
          <p:cNvSpPr/>
          <p:nvPr/>
        </p:nvSpPr>
        <p:spPr>
          <a:xfrm>
            <a:off x="1573547" y="2488443"/>
            <a:ext cx="168999" cy="382056"/>
          </a:xfrm>
          <a:custGeom>
            <a:avLst/>
            <a:gdLst/>
            <a:ahLst/>
            <a:cxnLst/>
            <a:rect l="l" t="t" r="r" b="b"/>
            <a:pathLst>
              <a:path w="1346449" h="3166775" extrusionOk="0">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45" name="Google Shape;145;p37"/>
          <p:cNvSpPr/>
          <p:nvPr/>
        </p:nvSpPr>
        <p:spPr>
          <a:xfrm rot="-2700000">
            <a:off x="3447174" y="2021248"/>
            <a:ext cx="121792" cy="271327"/>
          </a:xfrm>
          <a:custGeom>
            <a:avLst/>
            <a:gdLst/>
            <a:ahLst/>
            <a:cxnLst/>
            <a:rect l="l" t="t" r="r" b="b"/>
            <a:pathLst>
              <a:path w="154109" h="343323" extrusionOk="0">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46" name="Google Shape;146;p37"/>
          <p:cNvSpPr/>
          <p:nvPr/>
        </p:nvSpPr>
        <p:spPr>
          <a:xfrm flipH="1">
            <a:off x="1116348" y="2554126"/>
            <a:ext cx="250689" cy="250689"/>
          </a:xfrm>
          <a:custGeom>
            <a:avLst/>
            <a:gdLst/>
            <a:ahLst/>
            <a:cxnLst/>
            <a:rect l="l" t="t" r="r" b="b"/>
            <a:pathLst>
              <a:path w="3242753" h="3227814" extrusionOk="0">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47" name="Google Shape;147;p37"/>
          <p:cNvSpPr/>
          <p:nvPr/>
        </p:nvSpPr>
        <p:spPr>
          <a:xfrm>
            <a:off x="2453942" y="2014744"/>
            <a:ext cx="248684" cy="244696"/>
          </a:xfrm>
          <a:custGeom>
            <a:avLst/>
            <a:gdLst/>
            <a:ahLst/>
            <a:cxnLst/>
            <a:rect l="l" t="t" r="r" b="b"/>
            <a:pathLst>
              <a:path w="3214097" h="3162551" extrusionOk="0">
                <a:moveTo>
                  <a:pt x="1014592" y="2306036"/>
                </a:moveTo>
                <a:cubicBezTo>
                  <a:pt x="854868" y="2306036"/>
                  <a:pt x="725386" y="2435518"/>
                  <a:pt x="725386" y="2595242"/>
                </a:cubicBezTo>
                <a:cubicBezTo>
                  <a:pt x="725386" y="2754966"/>
                  <a:pt x="854868" y="2884448"/>
                  <a:pt x="1014592" y="2884448"/>
                </a:cubicBezTo>
                <a:cubicBezTo>
                  <a:pt x="1174316" y="2884448"/>
                  <a:pt x="1303798" y="2754966"/>
                  <a:pt x="1303798" y="2595242"/>
                </a:cubicBezTo>
                <a:cubicBezTo>
                  <a:pt x="1303798" y="2435518"/>
                  <a:pt x="1174316" y="2306036"/>
                  <a:pt x="1014592" y="2306036"/>
                </a:cubicBezTo>
                <a:close/>
                <a:moveTo>
                  <a:pt x="481275" y="1691816"/>
                </a:moveTo>
                <a:cubicBezTo>
                  <a:pt x="321551" y="1691816"/>
                  <a:pt x="192069" y="1821298"/>
                  <a:pt x="192069" y="1981022"/>
                </a:cubicBezTo>
                <a:cubicBezTo>
                  <a:pt x="192069" y="2140746"/>
                  <a:pt x="321551" y="2270228"/>
                  <a:pt x="481275" y="2270228"/>
                </a:cubicBezTo>
                <a:cubicBezTo>
                  <a:pt x="640999" y="2270228"/>
                  <a:pt x="770481" y="2140746"/>
                  <a:pt x="770481" y="1981022"/>
                </a:cubicBezTo>
                <a:cubicBezTo>
                  <a:pt x="770481" y="1821298"/>
                  <a:pt x="640999" y="1691816"/>
                  <a:pt x="481275" y="1691816"/>
                </a:cubicBezTo>
                <a:close/>
                <a:moveTo>
                  <a:pt x="2764751" y="1113404"/>
                </a:moveTo>
                <a:cubicBezTo>
                  <a:pt x="2605027" y="1113404"/>
                  <a:pt x="2475545" y="1242886"/>
                  <a:pt x="2475545" y="1402610"/>
                </a:cubicBezTo>
                <a:cubicBezTo>
                  <a:pt x="2475545" y="1562334"/>
                  <a:pt x="2605027" y="1691816"/>
                  <a:pt x="2764751" y="1691816"/>
                </a:cubicBezTo>
                <a:cubicBezTo>
                  <a:pt x="2924475" y="1691816"/>
                  <a:pt x="3053957" y="1562334"/>
                  <a:pt x="3053957" y="1402610"/>
                </a:cubicBezTo>
                <a:cubicBezTo>
                  <a:pt x="3053957" y="1242886"/>
                  <a:pt x="2924475" y="1113404"/>
                  <a:pt x="2764751" y="1113404"/>
                </a:cubicBezTo>
                <a:close/>
                <a:moveTo>
                  <a:pt x="532503" y="881964"/>
                </a:moveTo>
                <a:cubicBezTo>
                  <a:pt x="372779" y="881964"/>
                  <a:pt x="243297" y="1011446"/>
                  <a:pt x="243297" y="1171170"/>
                </a:cubicBezTo>
                <a:cubicBezTo>
                  <a:pt x="243297" y="1330894"/>
                  <a:pt x="372779" y="1460376"/>
                  <a:pt x="532503" y="1460376"/>
                </a:cubicBezTo>
                <a:cubicBezTo>
                  <a:pt x="692227" y="1460376"/>
                  <a:pt x="821709" y="1330894"/>
                  <a:pt x="821709" y="1171170"/>
                </a:cubicBezTo>
                <a:cubicBezTo>
                  <a:pt x="821709" y="1011446"/>
                  <a:pt x="692227" y="881964"/>
                  <a:pt x="532503" y="881964"/>
                </a:cubicBezTo>
                <a:close/>
                <a:moveTo>
                  <a:pt x="1162143" y="321316"/>
                </a:moveTo>
                <a:cubicBezTo>
                  <a:pt x="1002419" y="321316"/>
                  <a:pt x="872937" y="450798"/>
                  <a:pt x="872937" y="610522"/>
                </a:cubicBezTo>
                <a:cubicBezTo>
                  <a:pt x="872937" y="770246"/>
                  <a:pt x="1002419" y="899728"/>
                  <a:pt x="1162143" y="899728"/>
                </a:cubicBezTo>
                <a:cubicBezTo>
                  <a:pt x="1321867" y="899728"/>
                  <a:pt x="1451349" y="770246"/>
                  <a:pt x="1451349" y="610522"/>
                </a:cubicBezTo>
                <a:cubicBezTo>
                  <a:pt x="1451349" y="450798"/>
                  <a:pt x="1321867" y="321316"/>
                  <a:pt x="1162143" y="321316"/>
                </a:cubicBezTo>
                <a:close/>
                <a:moveTo>
                  <a:pt x="1963447" y="177300"/>
                </a:moveTo>
                <a:cubicBezTo>
                  <a:pt x="1803723" y="177300"/>
                  <a:pt x="1674241" y="306782"/>
                  <a:pt x="1674241" y="466506"/>
                </a:cubicBezTo>
                <a:cubicBezTo>
                  <a:pt x="1674241" y="626230"/>
                  <a:pt x="1803723" y="755712"/>
                  <a:pt x="1963447" y="755712"/>
                </a:cubicBezTo>
                <a:cubicBezTo>
                  <a:pt x="2123171" y="755712"/>
                  <a:pt x="2252653" y="626230"/>
                  <a:pt x="2252653" y="466506"/>
                </a:cubicBezTo>
                <a:cubicBezTo>
                  <a:pt x="2252653" y="306782"/>
                  <a:pt x="2123171" y="177300"/>
                  <a:pt x="1963447" y="177300"/>
                </a:cubicBezTo>
                <a:close/>
                <a:moveTo>
                  <a:pt x="1752672" y="312"/>
                </a:moveTo>
                <a:cubicBezTo>
                  <a:pt x="1817888" y="-690"/>
                  <a:pt x="1885249" y="703"/>
                  <a:pt x="1954799" y="4657"/>
                </a:cubicBezTo>
                <a:cubicBezTo>
                  <a:pt x="2504015" y="53541"/>
                  <a:pt x="2975590" y="412975"/>
                  <a:pt x="3145244" y="944937"/>
                </a:cubicBezTo>
                <a:cubicBezTo>
                  <a:pt x="3412664" y="2126757"/>
                  <a:pt x="2837568" y="2017487"/>
                  <a:pt x="2506889" y="1867964"/>
                </a:cubicBezTo>
                <a:cubicBezTo>
                  <a:pt x="1580987" y="1673869"/>
                  <a:pt x="2725425" y="3197869"/>
                  <a:pt x="1014520" y="3161925"/>
                </a:cubicBezTo>
                <a:cubicBezTo>
                  <a:pt x="-14898" y="3061283"/>
                  <a:pt x="-138545" y="1873713"/>
                  <a:pt x="108747" y="1100212"/>
                </a:cubicBezTo>
                <a:cubicBezTo>
                  <a:pt x="278579" y="569148"/>
                  <a:pt x="774429" y="15339"/>
                  <a:pt x="1752672" y="312"/>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48" name="Google Shape;148;p37"/>
          <p:cNvSpPr/>
          <p:nvPr/>
        </p:nvSpPr>
        <p:spPr>
          <a:xfrm>
            <a:off x="4244838" y="1992109"/>
            <a:ext cx="250689" cy="249956"/>
          </a:xfrm>
          <a:custGeom>
            <a:avLst/>
            <a:gdLst/>
            <a:ahLst/>
            <a:cxnLst/>
            <a:rect l="l" t="t" r="r" b="b"/>
            <a:pathLst>
              <a:path w="3240000" h="3230531" extrusionOk="0">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49" name="Google Shape;149;p37"/>
          <p:cNvSpPr/>
          <p:nvPr/>
        </p:nvSpPr>
        <p:spPr>
          <a:xfrm>
            <a:off x="2025101" y="868525"/>
            <a:ext cx="254507" cy="254507"/>
          </a:xfrm>
          <a:custGeom>
            <a:avLst/>
            <a:gdLst/>
            <a:ahLst/>
            <a:cxnLst/>
            <a:rect l="l" t="t" r="r" b="b"/>
            <a:pathLst>
              <a:path w="3240000" h="3240000" extrusionOk="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0" name="Google Shape;150;p37"/>
          <p:cNvSpPr/>
          <p:nvPr/>
        </p:nvSpPr>
        <p:spPr>
          <a:xfrm rot="5400000">
            <a:off x="2449772" y="868524"/>
            <a:ext cx="254846" cy="254507"/>
          </a:xfrm>
          <a:custGeom>
            <a:avLst/>
            <a:gdLst/>
            <a:ahLst/>
            <a:cxnLst/>
            <a:rect l="l" t="t" r="r" b="b"/>
            <a:pathLst>
              <a:path w="3244313" h="3240000" extrusionOk="0">
                <a:moveTo>
                  <a:pt x="2055482" y="677891"/>
                </a:moveTo>
                <a:lnTo>
                  <a:pt x="2055482" y="209891"/>
                </a:lnTo>
                <a:lnTo>
                  <a:pt x="2919482" y="209891"/>
                </a:lnTo>
                <a:lnTo>
                  <a:pt x="2919482" y="677891"/>
                </a:lnTo>
                <a:close/>
                <a:moveTo>
                  <a:pt x="1695482" y="1397971"/>
                </a:moveTo>
                <a:lnTo>
                  <a:pt x="1695482" y="929971"/>
                </a:lnTo>
                <a:lnTo>
                  <a:pt x="2919482" y="929971"/>
                </a:lnTo>
                <a:lnTo>
                  <a:pt x="2919482" y="1397971"/>
                </a:lnTo>
                <a:close/>
                <a:moveTo>
                  <a:pt x="1335482" y="2118051"/>
                </a:moveTo>
                <a:lnTo>
                  <a:pt x="1335482" y="1650051"/>
                </a:lnTo>
                <a:lnTo>
                  <a:pt x="2919482" y="1650051"/>
                </a:lnTo>
                <a:lnTo>
                  <a:pt x="2919482" y="2118051"/>
                </a:lnTo>
                <a:close/>
                <a:moveTo>
                  <a:pt x="975482" y="2838131"/>
                </a:moveTo>
                <a:lnTo>
                  <a:pt x="975482" y="2370131"/>
                </a:lnTo>
                <a:lnTo>
                  <a:pt x="2919482" y="2370131"/>
                </a:lnTo>
                <a:lnTo>
                  <a:pt x="2919482" y="2838131"/>
                </a:lnTo>
                <a:close/>
                <a:moveTo>
                  <a:pt x="10788" y="2651034"/>
                </a:moveTo>
                <a:lnTo>
                  <a:pt x="1168116" y="646484"/>
                </a:lnTo>
                <a:lnTo>
                  <a:pt x="1038664" y="571745"/>
                </a:lnTo>
                <a:lnTo>
                  <a:pt x="1533856" y="311959"/>
                </a:lnTo>
                <a:lnTo>
                  <a:pt x="1556471" y="870701"/>
                </a:lnTo>
                <a:lnTo>
                  <a:pt x="1427019" y="795962"/>
                </a:lnTo>
                <a:lnTo>
                  <a:pt x="269691" y="2800512"/>
                </a:lnTo>
                <a:close/>
                <a:moveTo>
                  <a:pt x="0" y="3240000"/>
                </a:moveTo>
                <a:lnTo>
                  <a:pt x="0" y="3060000"/>
                </a:lnTo>
                <a:lnTo>
                  <a:pt x="3064313" y="3060000"/>
                </a:lnTo>
                <a:lnTo>
                  <a:pt x="3064313" y="0"/>
                </a:lnTo>
                <a:lnTo>
                  <a:pt x="3244313" y="0"/>
                </a:lnTo>
                <a:lnTo>
                  <a:pt x="3244313" y="3240000"/>
                </a:lnTo>
                <a:lnTo>
                  <a:pt x="3240000" y="3240000"/>
                </a:lnTo>
                <a:lnTo>
                  <a:pt x="3064313" y="3240000"/>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1" name="Google Shape;151;p37"/>
          <p:cNvSpPr/>
          <p:nvPr/>
        </p:nvSpPr>
        <p:spPr>
          <a:xfrm>
            <a:off x="1949058" y="2541754"/>
            <a:ext cx="276967" cy="275434"/>
          </a:xfrm>
          <a:custGeom>
            <a:avLst/>
            <a:gdLst/>
            <a:ahLst/>
            <a:cxnLst/>
            <a:rect l="l" t="t" r="r" b="b"/>
            <a:pathLst>
              <a:path w="3228711" h="3210836" extrusionOk="0">
                <a:moveTo>
                  <a:pt x="351626" y="695968"/>
                </a:moveTo>
                <a:lnTo>
                  <a:pt x="1548007" y="1678300"/>
                </a:lnTo>
                <a:lnTo>
                  <a:pt x="236194" y="2500159"/>
                </a:lnTo>
                <a:cubicBezTo>
                  <a:pt x="-116985" y="1936431"/>
                  <a:pt x="-70514" y="1210092"/>
                  <a:pt x="351626" y="695968"/>
                </a:cubicBezTo>
                <a:close/>
                <a:moveTo>
                  <a:pt x="1957429" y="262366"/>
                </a:moveTo>
                <a:cubicBezTo>
                  <a:pt x="2634256" y="359480"/>
                  <a:pt x="3156733" y="907132"/>
                  <a:pt x="3221913" y="1587776"/>
                </a:cubicBezTo>
                <a:cubicBezTo>
                  <a:pt x="3287093" y="2268421"/>
                  <a:pt x="2878048" y="2905277"/>
                  <a:pt x="2231953" y="3129078"/>
                </a:cubicBezTo>
                <a:cubicBezTo>
                  <a:pt x="1585858" y="3352879"/>
                  <a:pt x="870522" y="3105497"/>
                  <a:pt x="500715" y="2530372"/>
                </a:cubicBezTo>
                <a:lnTo>
                  <a:pt x="1746987" y="1729019"/>
                </a:lnTo>
                <a:close/>
                <a:moveTo>
                  <a:pt x="1604447" y="200"/>
                </a:moveTo>
                <a:cubicBezTo>
                  <a:pt x="1665125" y="-778"/>
                  <a:pt x="1726175" y="1809"/>
                  <a:pt x="1787307" y="8072"/>
                </a:cubicBezTo>
                <a:lnTo>
                  <a:pt x="1629532" y="1548011"/>
                </a:lnTo>
                <a:lnTo>
                  <a:pt x="483856" y="506987"/>
                </a:lnTo>
                <a:cubicBezTo>
                  <a:pt x="773141" y="188622"/>
                  <a:pt x="1179697" y="7051"/>
                  <a:pt x="1604447" y="20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2" name="Google Shape;152;p37"/>
          <p:cNvSpPr/>
          <p:nvPr/>
        </p:nvSpPr>
        <p:spPr>
          <a:xfrm flipH="1">
            <a:off x="4231215" y="1413114"/>
            <a:ext cx="277935" cy="278623"/>
          </a:xfrm>
          <a:custGeom>
            <a:avLst/>
            <a:gdLst/>
            <a:ahLst/>
            <a:cxnLst/>
            <a:rect l="l" t="t" r="r" b="b"/>
            <a:pathLst>
              <a:path w="3240000" h="3248012" extrusionOk="0">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3" name="Google Shape;153;p37"/>
          <p:cNvSpPr/>
          <p:nvPr/>
        </p:nvSpPr>
        <p:spPr>
          <a:xfrm rot="-5400000">
            <a:off x="2874884" y="842563"/>
            <a:ext cx="306228" cy="306430"/>
          </a:xfrm>
          <a:custGeom>
            <a:avLst/>
            <a:gdLst/>
            <a:ahLst/>
            <a:cxnLst/>
            <a:rect l="l" t="t" r="r" b="b"/>
            <a:pathLst>
              <a:path w="3185463" h="3187558" extrusionOk="0">
                <a:moveTo>
                  <a:pt x="764000" y="2343999"/>
                </a:moveTo>
                <a:cubicBezTo>
                  <a:pt x="566798" y="2256389"/>
                  <a:pt x="385374" y="2134753"/>
                  <a:pt x="230072" y="1981662"/>
                </a:cubicBezTo>
                <a:cubicBezTo>
                  <a:pt x="297001" y="2223876"/>
                  <a:pt x="428049" y="2439341"/>
                  <a:pt x="603989" y="2608945"/>
                </a:cubicBezTo>
                <a:cubicBezTo>
                  <a:pt x="667739" y="2525681"/>
                  <a:pt x="720588" y="2436567"/>
                  <a:pt x="764000" y="2343999"/>
                </a:cubicBezTo>
                <a:close/>
                <a:moveTo>
                  <a:pt x="783530" y="862903"/>
                </a:moveTo>
                <a:cubicBezTo>
                  <a:pt x="737619" y="760936"/>
                  <a:pt x="681240" y="662513"/>
                  <a:pt x="611676" y="571152"/>
                </a:cubicBezTo>
                <a:cubicBezTo>
                  <a:pt x="419218" y="754019"/>
                  <a:pt x="279227" y="991173"/>
                  <a:pt x="215545" y="1258034"/>
                </a:cubicBezTo>
                <a:cubicBezTo>
                  <a:pt x="378729" y="1090139"/>
                  <a:pt x="571934" y="956907"/>
                  <a:pt x="783530" y="862903"/>
                </a:cubicBezTo>
                <a:close/>
                <a:moveTo>
                  <a:pt x="935657" y="1673146"/>
                </a:moveTo>
                <a:lnTo>
                  <a:pt x="227023" y="1673146"/>
                </a:lnTo>
                <a:cubicBezTo>
                  <a:pt x="393068" y="1882941"/>
                  <a:pt x="605618" y="2045968"/>
                  <a:pt x="844267" y="2153109"/>
                </a:cubicBezTo>
                <a:cubicBezTo>
                  <a:pt x="897907" y="1997390"/>
                  <a:pt x="928862" y="1835739"/>
                  <a:pt x="935657" y="1673146"/>
                </a:cubicBezTo>
                <a:close/>
                <a:moveTo>
                  <a:pt x="935928" y="1493146"/>
                </a:moveTo>
                <a:cubicBezTo>
                  <a:pt x="928922" y="1345638"/>
                  <a:pt x="902278" y="1198995"/>
                  <a:pt x="856775" y="1056956"/>
                </a:cubicBezTo>
                <a:cubicBezTo>
                  <a:pt x="636768" y="1156959"/>
                  <a:pt x="439487" y="1304654"/>
                  <a:pt x="281464" y="1493146"/>
                </a:cubicBezTo>
                <a:close/>
                <a:moveTo>
                  <a:pt x="1469785" y="2515107"/>
                </a:moveTo>
                <a:cubicBezTo>
                  <a:pt x="1283000" y="2508124"/>
                  <a:pt x="1100523" y="2472287"/>
                  <a:pt x="927628" y="2411229"/>
                </a:cubicBezTo>
                <a:cubicBezTo>
                  <a:pt x="876831" y="2520843"/>
                  <a:pt x="814172" y="2626182"/>
                  <a:pt x="738220" y="2724387"/>
                </a:cubicBezTo>
                <a:cubicBezTo>
                  <a:pt x="944637" y="2881665"/>
                  <a:pt x="1196120" y="2982471"/>
                  <a:pt x="1469785" y="3005418"/>
                </a:cubicBezTo>
                <a:close/>
                <a:moveTo>
                  <a:pt x="1469785" y="1673146"/>
                </a:moveTo>
                <a:lnTo>
                  <a:pt x="1112275" y="1673146"/>
                </a:lnTo>
                <a:cubicBezTo>
                  <a:pt x="1105327" y="1858153"/>
                  <a:pt x="1070032" y="2042144"/>
                  <a:pt x="1008001" y="2219039"/>
                </a:cubicBezTo>
                <a:cubicBezTo>
                  <a:pt x="1155519" y="2270408"/>
                  <a:pt x="1310845" y="2300826"/>
                  <a:pt x="1469785" y="2307834"/>
                </a:cubicBezTo>
                <a:close/>
                <a:moveTo>
                  <a:pt x="1469785" y="898989"/>
                </a:moveTo>
                <a:cubicBezTo>
                  <a:pt x="1315103" y="907762"/>
                  <a:pt x="1164166" y="938783"/>
                  <a:pt x="1020939" y="990066"/>
                </a:cubicBezTo>
                <a:cubicBezTo>
                  <a:pt x="1074574" y="1153655"/>
                  <a:pt x="1105461" y="1322925"/>
                  <a:pt x="1112368" y="1493146"/>
                </a:cubicBezTo>
                <a:lnTo>
                  <a:pt x="1469785" y="1493146"/>
                </a:lnTo>
                <a:close/>
                <a:moveTo>
                  <a:pt x="1469785" y="182141"/>
                </a:moveTo>
                <a:cubicBezTo>
                  <a:pt x="1199839" y="204777"/>
                  <a:pt x="951477" y="303168"/>
                  <a:pt x="746615" y="456764"/>
                </a:cubicBezTo>
                <a:cubicBezTo>
                  <a:pt x="828296" y="562801"/>
                  <a:pt x="894225" y="677310"/>
                  <a:pt x="947434" y="796072"/>
                </a:cubicBezTo>
                <a:cubicBezTo>
                  <a:pt x="1113886" y="736067"/>
                  <a:pt x="1289644" y="700323"/>
                  <a:pt x="1469785" y="691530"/>
                </a:cubicBezTo>
                <a:close/>
                <a:moveTo>
                  <a:pt x="2150063" y="992171"/>
                </a:moveTo>
                <a:cubicBezTo>
                  <a:pt x="1990712" y="935501"/>
                  <a:pt x="1822242" y="902595"/>
                  <a:pt x="1649785" y="897224"/>
                </a:cubicBezTo>
                <a:lnTo>
                  <a:pt x="1649785" y="1493146"/>
                </a:lnTo>
                <a:lnTo>
                  <a:pt x="2063712" y="1493146"/>
                </a:lnTo>
                <a:cubicBezTo>
                  <a:pt x="2069089" y="1323887"/>
                  <a:pt x="2098366" y="1155330"/>
                  <a:pt x="2150063" y="992171"/>
                </a:cubicBezTo>
                <a:close/>
                <a:moveTo>
                  <a:pt x="2168848" y="2199110"/>
                </a:moveTo>
                <a:cubicBezTo>
                  <a:pt x="2108555" y="2028681"/>
                  <a:pt x="2073581" y="1851532"/>
                  <a:pt x="2065295" y="1673146"/>
                </a:cubicBezTo>
                <a:lnTo>
                  <a:pt x="1649785" y="1673146"/>
                </a:lnTo>
                <a:lnTo>
                  <a:pt x="1649785" y="2307299"/>
                </a:lnTo>
                <a:cubicBezTo>
                  <a:pt x="1829404" y="2299517"/>
                  <a:pt x="2004315" y="2261965"/>
                  <a:pt x="2168848" y="2199110"/>
                </a:cubicBezTo>
                <a:close/>
                <a:moveTo>
                  <a:pt x="2422394" y="446879"/>
                </a:moveTo>
                <a:cubicBezTo>
                  <a:pt x="2204309" y="287209"/>
                  <a:pt x="1938140" y="189883"/>
                  <a:pt x="1649785" y="178919"/>
                </a:cubicBezTo>
                <a:lnTo>
                  <a:pt x="1649785" y="689876"/>
                </a:lnTo>
                <a:cubicBezTo>
                  <a:pt x="1846998" y="695154"/>
                  <a:pt x="2039668" y="732502"/>
                  <a:pt x="2221721" y="797410"/>
                </a:cubicBezTo>
                <a:cubicBezTo>
                  <a:pt x="2275056" y="675360"/>
                  <a:pt x="2341760" y="557662"/>
                  <a:pt x="2422394" y="446879"/>
                </a:cubicBezTo>
                <a:close/>
                <a:moveTo>
                  <a:pt x="2447278" y="2722123"/>
                </a:moveTo>
                <a:cubicBezTo>
                  <a:pt x="2366121" y="2618714"/>
                  <a:pt x="2299534" y="2507403"/>
                  <a:pt x="2246145" y="2391362"/>
                </a:cubicBezTo>
                <a:cubicBezTo>
                  <a:pt x="2057375" y="2464119"/>
                  <a:pt x="1856285" y="2506958"/>
                  <a:pt x="1649785" y="2514779"/>
                </a:cubicBezTo>
                <a:lnTo>
                  <a:pt x="1649785" y="3008639"/>
                </a:lnTo>
                <a:cubicBezTo>
                  <a:pt x="1949198" y="2997255"/>
                  <a:pt x="2224691" y="2892757"/>
                  <a:pt x="2447278" y="2722123"/>
                </a:cubicBezTo>
                <a:close/>
                <a:moveTo>
                  <a:pt x="2878934" y="1493146"/>
                </a:moveTo>
                <a:cubicBezTo>
                  <a:pt x="2723190" y="1307255"/>
                  <a:pt x="2529440" y="1161128"/>
                  <a:pt x="2313862" y="1060620"/>
                </a:cubicBezTo>
                <a:cubicBezTo>
                  <a:pt x="2270535" y="1201714"/>
                  <a:pt x="2245604" y="1347104"/>
                  <a:pt x="2240109" y="1493146"/>
                </a:cubicBezTo>
                <a:close/>
                <a:moveTo>
                  <a:pt x="2890636" y="1673146"/>
                </a:moveTo>
                <a:lnTo>
                  <a:pt x="2241814" y="1673146"/>
                </a:lnTo>
                <a:cubicBezTo>
                  <a:pt x="2249736" y="1827102"/>
                  <a:pt x="2279520" y="1979973"/>
                  <a:pt x="2329964" y="2127513"/>
                </a:cubicBezTo>
                <a:cubicBezTo>
                  <a:pt x="2545677" y="2019923"/>
                  <a:pt x="2738160" y="1866413"/>
                  <a:pt x="2890636" y="1673146"/>
                </a:cubicBezTo>
                <a:close/>
                <a:moveTo>
                  <a:pt x="2973035" y="1284386"/>
                </a:moveTo>
                <a:cubicBezTo>
                  <a:pt x="2912066" y="1001840"/>
                  <a:pt x="2765308" y="751379"/>
                  <a:pt x="2561381" y="561108"/>
                </a:cubicBezTo>
                <a:cubicBezTo>
                  <a:pt x="2489321" y="656437"/>
                  <a:pt x="2431363" y="759225"/>
                  <a:pt x="2384553" y="865647"/>
                </a:cubicBezTo>
                <a:cubicBezTo>
                  <a:pt x="2604520" y="964977"/>
                  <a:pt x="2804622" y="1106677"/>
                  <a:pt x="2973035" y="1284386"/>
                </a:cubicBezTo>
                <a:close/>
                <a:moveTo>
                  <a:pt x="2974277" y="1897328"/>
                </a:moveTo>
                <a:cubicBezTo>
                  <a:pt x="2812488" y="2073933"/>
                  <a:pt x="2619878" y="2216690"/>
                  <a:pt x="2407486" y="2319665"/>
                </a:cubicBezTo>
                <a:cubicBezTo>
                  <a:pt x="2454169" y="2420503"/>
                  <a:pt x="2511856" y="2517376"/>
                  <a:pt x="2582047" y="2607468"/>
                </a:cubicBezTo>
                <a:cubicBezTo>
                  <a:pt x="2776399" y="2417974"/>
                  <a:pt x="2916061" y="2172750"/>
                  <a:pt x="2974277" y="1897328"/>
                </a:cubicBezTo>
                <a:close/>
                <a:moveTo>
                  <a:pt x="3185463" y="1593779"/>
                </a:moveTo>
                <a:cubicBezTo>
                  <a:pt x="3185463" y="2473999"/>
                  <a:pt x="2471904" y="3187558"/>
                  <a:pt x="1591684" y="3187558"/>
                </a:cubicBezTo>
                <a:cubicBezTo>
                  <a:pt x="738111" y="3187558"/>
                  <a:pt x="41261" y="2516549"/>
                  <a:pt x="1913" y="1673146"/>
                </a:cubicBezTo>
                <a:lnTo>
                  <a:pt x="0" y="1673146"/>
                </a:lnTo>
                <a:lnTo>
                  <a:pt x="0" y="1493146"/>
                </a:lnTo>
                <a:lnTo>
                  <a:pt x="2750" y="1493146"/>
                </a:lnTo>
                <a:cubicBezTo>
                  <a:pt x="50490" y="700174"/>
                  <a:pt x="679654" y="64473"/>
                  <a:pt x="1469785" y="6156"/>
                </a:cubicBezTo>
                <a:lnTo>
                  <a:pt x="1469785" y="0"/>
                </a:lnTo>
                <a:lnTo>
                  <a:pt x="1591684" y="0"/>
                </a:lnTo>
                <a:lnTo>
                  <a:pt x="1649785" y="0"/>
                </a:lnTo>
                <a:lnTo>
                  <a:pt x="1649785" y="2934"/>
                </a:lnTo>
                <a:cubicBezTo>
                  <a:pt x="2503127" y="31654"/>
                  <a:pt x="3185463" y="733032"/>
                  <a:pt x="3185463" y="1593779"/>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4" name="Google Shape;154;p37"/>
          <p:cNvSpPr/>
          <p:nvPr/>
        </p:nvSpPr>
        <p:spPr>
          <a:xfrm>
            <a:off x="3351547" y="817569"/>
            <a:ext cx="255443" cy="356418"/>
          </a:xfrm>
          <a:custGeom>
            <a:avLst/>
            <a:gdLst/>
            <a:ahLst/>
            <a:cxnLst/>
            <a:rect l="l" t="t" r="r" b="b"/>
            <a:pathLst>
              <a:path w="2512265" h="3505352" extrusionOk="0">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5" name="Google Shape;155;p37"/>
          <p:cNvSpPr/>
          <p:nvPr/>
        </p:nvSpPr>
        <p:spPr>
          <a:xfrm>
            <a:off x="2432535" y="2532025"/>
            <a:ext cx="208213" cy="294890"/>
          </a:xfrm>
          <a:custGeom>
            <a:avLst/>
            <a:gdLst/>
            <a:ahLst/>
            <a:cxnLst/>
            <a:rect l="l" t="t" r="r" b="b"/>
            <a:pathLst>
              <a:path w="2387678" h="3240000" extrusionOk="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6" name="Google Shape;156;p37"/>
          <p:cNvSpPr/>
          <p:nvPr/>
        </p:nvSpPr>
        <p:spPr>
          <a:xfrm>
            <a:off x="658392" y="3000611"/>
            <a:ext cx="221134" cy="420546"/>
          </a:xfrm>
          <a:custGeom>
            <a:avLst/>
            <a:gdLst/>
            <a:ahLst/>
            <a:cxnLst/>
            <a:rect l="l" t="t" r="r" b="b"/>
            <a:pathLst>
              <a:path w="1703664" h="3240001" extrusionOk="0">
                <a:moveTo>
                  <a:pt x="952533" y="2024463"/>
                </a:moveTo>
                <a:lnTo>
                  <a:pt x="856710" y="2024464"/>
                </a:lnTo>
                <a:lnTo>
                  <a:pt x="649879" y="2143878"/>
                </a:lnTo>
                <a:lnTo>
                  <a:pt x="728753" y="2280491"/>
                </a:lnTo>
                <a:lnTo>
                  <a:pt x="800462" y="2239090"/>
                </a:lnTo>
                <a:lnTo>
                  <a:pt x="800462" y="2476837"/>
                </a:lnTo>
                <a:lnTo>
                  <a:pt x="649878" y="2476837"/>
                </a:lnTo>
                <a:lnTo>
                  <a:pt x="649878" y="2634602"/>
                </a:lnTo>
                <a:lnTo>
                  <a:pt x="1067658" y="2634602"/>
                </a:lnTo>
                <a:lnTo>
                  <a:pt x="1067657" y="2476837"/>
                </a:lnTo>
                <a:lnTo>
                  <a:pt x="952532" y="2476837"/>
                </a:lnTo>
                <a:lnTo>
                  <a:pt x="952532" y="2151292"/>
                </a:lnTo>
                <a:lnTo>
                  <a:pt x="952534" y="2151291"/>
                </a:lnTo>
                <a:close/>
                <a:moveTo>
                  <a:pt x="851832" y="1776101"/>
                </a:moveTo>
                <a:cubicBezTo>
                  <a:pt x="1189868" y="1776101"/>
                  <a:pt x="1463900" y="2050133"/>
                  <a:pt x="1463900" y="2388169"/>
                </a:cubicBezTo>
                <a:cubicBezTo>
                  <a:pt x="1463900" y="2726205"/>
                  <a:pt x="1189868" y="3000237"/>
                  <a:pt x="851832" y="3000237"/>
                </a:cubicBezTo>
                <a:cubicBezTo>
                  <a:pt x="513796" y="3000237"/>
                  <a:pt x="239764" y="2726205"/>
                  <a:pt x="239764" y="2388169"/>
                </a:cubicBezTo>
                <a:cubicBezTo>
                  <a:pt x="239764" y="2050133"/>
                  <a:pt x="513796" y="1776101"/>
                  <a:pt x="851832" y="1776101"/>
                </a:cubicBezTo>
                <a:close/>
                <a:moveTo>
                  <a:pt x="851832" y="1689019"/>
                </a:moveTo>
                <a:cubicBezTo>
                  <a:pt x="465702" y="1689019"/>
                  <a:pt x="152682" y="2002039"/>
                  <a:pt x="152682" y="2388169"/>
                </a:cubicBezTo>
                <a:cubicBezTo>
                  <a:pt x="152682" y="2774299"/>
                  <a:pt x="465702" y="3087319"/>
                  <a:pt x="851832" y="3087319"/>
                </a:cubicBezTo>
                <a:cubicBezTo>
                  <a:pt x="1237962" y="3087319"/>
                  <a:pt x="1550982" y="2774299"/>
                  <a:pt x="1550982" y="2388169"/>
                </a:cubicBezTo>
                <a:cubicBezTo>
                  <a:pt x="1550982" y="2002039"/>
                  <a:pt x="1237962" y="1689019"/>
                  <a:pt x="851832" y="1689019"/>
                </a:cubicBezTo>
                <a:close/>
                <a:moveTo>
                  <a:pt x="851832" y="1536337"/>
                </a:moveTo>
                <a:cubicBezTo>
                  <a:pt x="1322286" y="1536337"/>
                  <a:pt x="1703664" y="1917715"/>
                  <a:pt x="1703664" y="2388169"/>
                </a:cubicBezTo>
                <a:cubicBezTo>
                  <a:pt x="1703664" y="2858623"/>
                  <a:pt x="1322286" y="3240001"/>
                  <a:pt x="851832" y="3240001"/>
                </a:cubicBezTo>
                <a:cubicBezTo>
                  <a:pt x="381378" y="3240001"/>
                  <a:pt x="0" y="2858623"/>
                  <a:pt x="0" y="2388169"/>
                </a:cubicBezTo>
                <a:cubicBezTo>
                  <a:pt x="0" y="1917715"/>
                  <a:pt x="381378" y="1536337"/>
                  <a:pt x="851832" y="1536337"/>
                </a:cubicBezTo>
                <a:close/>
                <a:moveTo>
                  <a:pt x="1173126" y="1"/>
                </a:moveTo>
                <a:lnTo>
                  <a:pt x="1383673" y="1"/>
                </a:lnTo>
                <a:lnTo>
                  <a:pt x="1383673" y="954514"/>
                </a:lnTo>
                <a:lnTo>
                  <a:pt x="1173126" y="1187717"/>
                </a:lnTo>
                <a:close/>
                <a:moveTo>
                  <a:pt x="619488" y="0"/>
                </a:moveTo>
                <a:lnTo>
                  <a:pt x="1099698" y="0"/>
                </a:lnTo>
                <a:lnTo>
                  <a:pt x="1099698" y="1265464"/>
                </a:lnTo>
                <a:lnTo>
                  <a:pt x="859593" y="1532640"/>
                </a:lnTo>
                <a:lnTo>
                  <a:pt x="619488" y="1265464"/>
                </a:lnTo>
                <a:close/>
                <a:moveTo>
                  <a:pt x="335512" y="0"/>
                </a:moveTo>
                <a:lnTo>
                  <a:pt x="546059" y="0"/>
                </a:lnTo>
                <a:lnTo>
                  <a:pt x="546059" y="1166181"/>
                </a:lnTo>
                <a:lnTo>
                  <a:pt x="335512" y="927455"/>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7" name="Google Shape;157;p37"/>
          <p:cNvSpPr/>
          <p:nvPr/>
        </p:nvSpPr>
        <p:spPr>
          <a:xfrm rot="-5400000">
            <a:off x="2881093" y="1962190"/>
            <a:ext cx="323156" cy="349805"/>
          </a:xfrm>
          <a:custGeom>
            <a:avLst/>
            <a:gdLst/>
            <a:ahLst/>
            <a:cxnLst/>
            <a:rect l="l" t="t" r="r" b="b"/>
            <a:pathLst>
              <a:path w="2993176" h="3240001" extrusionOk="0">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8" name="Google Shape;158;p37"/>
          <p:cNvSpPr/>
          <p:nvPr/>
        </p:nvSpPr>
        <p:spPr>
          <a:xfrm rot="10800000">
            <a:off x="3298932" y="1421838"/>
            <a:ext cx="208685" cy="235656"/>
          </a:xfrm>
          <a:custGeom>
            <a:avLst/>
            <a:gdLst/>
            <a:ahLst/>
            <a:cxnLst/>
            <a:rect l="l" t="t" r="r" b="b"/>
            <a:pathLst>
              <a:path w="2880320" h="3252576" extrusionOk="0">
                <a:moveTo>
                  <a:pt x="612726" y="2220771"/>
                </a:moveTo>
                <a:cubicBezTo>
                  <a:pt x="662432" y="2220771"/>
                  <a:pt x="702726" y="2180477"/>
                  <a:pt x="702726" y="2130771"/>
                </a:cubicBezTo>
                <a:lnTo>
                  <a:pt x="702726" y="438771"/>
                </a:lnTo>
                <a:cubicBezTo>
                  <a:pt x="702726" y="389065"/>
                  <a:pt x="662432" y="348771"/>
                  <a:pt x="612726" y="348771"/>
                </a:cubicBezTo>
                <a:cubicBezTo>
                  <a:pt x="563020" y="348771"/>
                  <a:pt x="522726" y="389065"/>
                  <a:pt x="522726" y="438771"/>
                </a:cubicBezTo>
                <a:lnTo>
                  <a:pt x="522726" y="2130771"/>
                </a:lnTo>
                <a:cubicBezTo>
                  <a:pt x="522726" y="2180477"/>
                  <a:pt x="563020" y="2220771"/>
                  <a:pt x="612726" y="2220771"/>
                </a:cubicBezTo>
                <a:close/>
                <a:moveTo>
                  <a:pt x="1188790" y="2220771"/>
                </a:moveTo>
                <a:cubicBezTo>
                  <a:pt x="1238496" y="2220771"/>
                  <a:pt x="1278790" y="2180477"/>
                  <a:pt x="1278790" y="2130771"/>
                </a:cubicBezTo>
                <a:lnTo>
                  <a:pt x="1278790" y="438771"/>
                </a:lnTo>
                <a:cubicBezTo>
                  <a:pt x="1278790" y="389065"/>
                  <a:pt x="1238496" y="348771"/>
                  <a:pt x="1188790" y="348771"/>
                </a:cubicBezTo>
                <a:cubicBezTo>
                  <a:pt x="1139084" y="348771"/>
                  <a:pt x="1098790" y="389065"/>
                  <a:pt x="1098790" y="438771"/>
                </a:cubicBezTo>
                <a:lnTo>
                  <a:pt x="1098790" y="2130771"/>
                </a:lnTo>
                <a:cubicBezTo>
                  <a:pt x="1098790" y="2180477"/>
                  <a:pt x="1139084" y="2220771"/>
                  <a:pt x="1188790" y="2220771"/>
                </a:cubicBezTo>
                <a:close/>
                <a:moveTo>
                  <a:pt x="1764854" y="2220771"/>
                </a:moveTo>
                <a:cubicBezTo>
                  <a:pt x="1814560" y="2220771"/>
                  <a:pt x="1854854" y="2180477"/>
                  <a:pt x="1854854" y="2130771"/>
                </a:cubicBezTo>
                <a:lnTo>
                  <a:pt x="1854854" y="438771"/>
                </a:lnTo>
                <a:cubicBezTo>
                  <a:pt x="1854854" y="389065"/>
                  <a:pt x="1814560" y="348771"/>
                  <a:pt x="1764854" y="348771"/>
                </a:cubicBezTo>
                <a:cubicBezTo>
                  <a:pt x="1715148" y="348771"/>
                  <a:pt x="1674854" y="389065"/>
                  <a:pt x="1674854" y="438771"/>
                </a:cubicBezTo>
                <a:lnTo>
                  <a:pt x="1674854" y="2130771"/>
                </a:lnTo>
                <a:cubicBezTo>
                  <a:pt x="1674854" y="2180477"/>
                  <a:pt x="1715148" y="2220771"/>
                  <a:pt x="1764854" y="2220771"/>
                </a:cubicBezTo>
                <a:close/>
                <a:moveTo>
                  <a:pt x="2340918" y="2220771"/>
                </a:moveTo>
                <a:cubicBezTo>
                  <a:pt x="2390624" y="2220771"/>
                  <a:pt x="2430918" y="2180477"/>
                  <a:pt x="2430918" y="2130771"/>
                </a:cubicBezTo>
                <a:lnTo>
                  <a:pt x="2430918" y="438771"/>
                </a:lnTo>
                <a:cubicBezTo>
                  <a:pt x="2430918" y="389065"/>
                  <a:pt x="2390624" y="348771"/>
                  <a:pt x="2340918" y="348771"/>
                </a:cubicBezTo>
                <a:cubicBezTo>
                  <a:pt x="2291212" y="348771"/>
                  <a:pt x="2250918" y="389065"/>
                  <a:pt x="2250918" y="438771"/>
                </a:cubicBezTo>
                <a:lnTo>
                  <a:pt x="2250918" y="2130771"/>
                </a:lnTo>
                <a:cubicBezTo>
                  <a:pt x="2250918" y="2180477"/>
                  <a:pt x="2291212" y="2220771"/>
                  <a:pt x="2340918" y="2220771"/>
                </a:cubicBezTo>
                <a:close/>
                <a:moveTo>
                  <a:pt x="2784182" y="2519920"/>
                </a:moveTo>
                <a:lnTo>
                  <a:pt x="96136" y="2519920"/>
                </a:lnTo>
                <a:lnTo>
                  <a:pt x="96136" y="419995"/>
                </a:lnTo>
                <a:cubicBezTo>
                  <a:pt x="96136" y="188038"/>
                  <a:pt x="284174" y="0"/>
                  <a:pt x="516131" y="0"/>
                </a:cubicBezTo>
                <a:lnTo>
                  <a:pt x="2364187" y="0"/>
                </a:lnTo>
                <a:cubicBezTo>
                  <a:pt x="2596144" y="0"/>
                  <a:pt x="2784182" y="188038"/>
                  <a:pt x="2784182" y="419995"/>
                </a:cubicBezTo>
                <a:close/>
                <a:moveTo>
                  <a:pt x="1687966" y="3252576"/>
                </a:moveTo>
                <a:lnTo>
                  <a:pt x="1192350" y="3252576"/>
                </a:lnTo>
                <a:cubicBezTo>
                  <a:pt x="1129224" y="3252576"/>
                  <a:pt x="1078050" y="3201402"/>
                  <a:pt x="1078050" y="3138276"/>
                </a:cubicBezTo>
                <a:lnTo>
                  <a:pt x="1078050" y="3023976"/>
                </a:lnTo>
                <a:lnTo>
                  <a:pt x="60008" y="3023976"/>
                </a:lnTo>
                <a:cubicBezTo>
                  <a:pt x="26866" y="3023976"/>
                  <a:pt x="0" y="2997110"/>
                  <a:pt x="0" y="2963968"/>
                </a:cubicBezTo>
                <a:lnTo>
                  <a:pt x="0" y="2723944"/>
                </a:lnTo>
                <a:cubicBezTo>
                  <a:pt x="0" y="2690802"/>
                  <a:pt x="26866" y="2663936"/>
                  <a:pt x="60008" y="2663936"/>
                </a:cubicBezTo>
                <a:lnTo>
                  <a:pt x="2820312" y="2663936"/>
                </a:lnTo>
                <a:cubicBezTo>
                  <a:pt x="2853454" y="2663936"/>
                  <a:pt x="2880320" y="2690802"/>
                  <a:pt x="2880320" y="2723944"/>
                </a:cubicBezTo>
                <a:lnTo>
                  <a:pt x="2880320" y="2963968"/>
                </a:lnTo>
                <a:cubicBezTo>
                  <a:pt x="2880320" y="2997110"/>
                  <a:pt x="2853454" y="3023976"/>
                  <a:pt x="2820312" y="3023976"/>
                </a:cubicBezTo>
                <a:lnTo>
                  <a:pt x="1802266" y="3023976"/>
                </a:lnTo>
                <a:lnTo>
                  <a:pt x="1802266" y="3138276"/>
                </a:lnTo>
                <a:cubicBezTo>
                  <a:pt x="1802266" y="3201402"/>
                  <a:pt x="1751092" y="3252576"/>
                  <a:pt x="1687966" y="3252576"/>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59" name="Google Shape;159;p37"/>
          <p:cNvSpPr/>
          <p:nvPr/>
        </p:nvSpPr>
        <p:spPr>
          <a:xfrm>
            <a:off x="2033800" y="1984936"/>
            <a:ext cx="255001" cy="304314"/>
          </a:xfrm>
          <a:custGeom>
            <a:avLst/>
            <a:gdLst/>
            <a:ahLst/>
            <a:cxnLst/>
            <a:rect l="l" t="t" r="r" b="b"/>
            <a:pathLst>
              <a:path w="2543357" h="3035197" extrusionOk="0">
                <a:moveTo>
                  <a:pt x="1932497" y="885460"/>
                </a:moveTo>
                <a:lnTo>
                  <a:pt x="1858608" y="981586"/>
                </a:lnTo>
                <a:cubicBezTo>
                  <a:pt x="2087948" y="1157874"/>
                  <a:pt x="2221364" y="1431493"/>
                  <a:pt x="2219022" y="1720748"/>
                </a:cubicBezTo>
                <a:lnTo>
                  <a:pt x="2340261" y="1721729"/>
                </a:lnTo>
                <a:cubicBezTo>
                  <a:pt x="2342911" y="1394473"/>
                  <a:pt x="2191967" y="1084907"/>
                  <a:pt x="1932497" y="885460"/>
                </a:cubicBezTo>
                <a:close/>
                <a:moveTo>
                  <a:pt x="1028922" y="281987"/>
                </a:moveTo>
                <a:cubicBezTo>
                  <a:pt x="1157068" y="321344"/>
                  <a:pt x="1128134" y="299573"/>
                  <a:pt x="1193247" y="332230"/>
                </a:cubicBezTo>
                <a:cubicBezTo>
                  <a:pt x="1269854" y="451410"/>
                  <a:pt x="1301375" y="602654"/>
                  <a:pt x="1295736" y="739575"/>
                </a:cubicBezTo>
                <a:cubicBezTo>
                  <a:pt x="1418781" y="730097"/>
                  <a:pt x="1391656" y="622269"/>
                  <a:pt x="1842154" y="674175"/>
                </a:cubicBezTo>
                <a:cubicBezTo>
                  <a:pt x="2251963" y="725703"/>
                  <a:pt x="2543357" y="1202505"/>
                  <a:pt x="2543357" y="1911138"/>
                </a:cubicBezTo>
                <a:cubicBezTo>
                  <a:pt x="2543357" y="2619771"/>
                  <a:pt x="2228290" y="3174439"/>
                  <a:pt x="1189012" y="3004227"/>
                </a:cubicBezTo>
                <a:cubicBezTo>
                  <a:pt x="266689" y="3142266"/>
                  <a:pt x="99973" y="2479414"/>
                  <a:pt x="24671" y="2089269"/>
                </a:cubicBezTo>
                <a:cubicBezTo>
                  <a:pt x="-50631" y="1699124"/>
                  <a:pt x="9514" y="922425"/>
                  <a:pt x="737199" y="663358"/>
                </a:cubicBezTo>
                <a:cubicBezTo>
                  <a:pt x="1021153" y="585721"/>
                  <a:pt x="1093645" y="690425"/>
                  <a:pt x="1216376" y="728497"/>
                </a:cubicBezTo>
                <a:cubicBezTo>
                  <a:pt x="1183268" y="569368"/>
                  <a:pt x="1135766" y="458984"/>
                  <a:pt x="1028922" y="281987"/>
                </a:cubicBezTo>
                <a:close/>
                <a:moveTo>
                  <a:pt x="1919942" y="47"/>
                </a:moveTo>
                <a:cubicBezTo>
                  <a:pt x="2086542" y="1491"/>
                  <a:pt x="2263938" y="35583"/>
                  <a:pt x="2350876" y="60453"/>
                </a:cubicBezTo>
                <a:cubicBezTo>
                  <a:pt x="2672784" y="174000"/>
                  <a:pt x="2321773" y="213881"/>
                  <a:pt x="2220060" y="345654"/>
                </a:cubicBezTo>
                <a:cubicBezTo>
                  <a:pt x="2118347" y="477427"/>
                  <a:pt x="2005019" y="609932"/>
                  <a:pt x="1770740" y="609932"/>
                </a:cubicBezTo>
                <a:lnTo>
                  <a:pt x="1326444" y="614956"/>
                </a:lnTo>
                <a:lnTo>
                  <a:pt x="1346541" y="320533"/>
                </a:lnTo>
                <a:cubicBezTo>
                  <a:pt x="1401807" y="115484"/>
                  <a:pt x="1563158" y="44336"/>
                  <a:pt x="1760692" y="11037"/>
                </a:cubicBezTo>
                <a:cubicBezTo>
                  <a:pt x="1810076" y="2712"/>
                  <a:pt x="1864409" y="-434"/>
                  <a:pt x="1919942" y="47"/>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0" name="Google Shape;160;p37"/>
          <p:cNvSpPr/>
          <p:nvPr/>
        </p:nvSpPr>
        <p:spPr>
          <a:xfrm>
            <a:off x="626942" y="848094"/>
            <a:ext cx="322466" cy="295368"/>
          </a:xfrm>
          <a:custGeom>
            <a:avLst/>
            <a:gdLst/>
            <a:ahLst/>
            <a:cxnLst/>
            <a:rect l="l" t="t" r="r" b="b"/>
            <a:pathLst>
              <a:path w="3210745" h="2940925" extrusionOk="0">
                <a:moveTo>
                  <a:pt x="340528" y="2526682"/>
                </a:moveTo>
                <a:cubicBezTo>
                  <a:pt x="280875" y="2526682"/>
                  <a:pt x="232516" y="2575041"/>
                  <a:pt x="232516" y="2634694"/>
                </a:cubicBezTo>
                <a:cubicBezTo>
                  <a:pt x="232516" y="2694347"/>
                  <a:pt x="280875" y="2742706"/>
                  <a:pt x="340528" y="2742706"/>
                </a:cubicBezTo>
                <a:cubicBezTo>
                  <a:pt x="400181" y="2742706"/>
                  <a:pt x="448540" y="2694347"/>
                  <a:pt x="448540" y="2634694"/>
                </a:cubicBezTo>
                <a:cubicBezTo>
                  <a:pt x="448540" y="2575041"/>
                  <a:pt x="400181" y="2526682"/>
                  <a:pt x="340528" y="2526682"/>
                </a:cubicBezTo>
                <a:close/>
                <a:moveTo>
                  <a:pt x="1821636" y="152"/>
                </a:moveTo>
                <a:cubicBezTo>
                  <a:pt x="1920275" y="-4956"/>
                  <a:pt x="2051571" y="119306"/>
                  <a:pt x="2102482" y="278737"/>
                </a:cubicBezTo>
                <a:cubicBezTo>
                  <a:pt x="2192513" y="649582"/>
                  <a:pt x="1575154" y="1213351"/>
                  <a:pt x="2006019" y="1236931"/>
                </a:cubicBezTo>
                <a:cubicBezTo>
                  <a:pt x="2310412" y="1206920"/>
                  <a:pt x="2473326" y="1176910"/>
                  <a:pt x="2803442" y="1166192"/>
                </a:cubicBezTo>
                <a:cubicBezTo>
                  <a:pt x="3103547" y="1170479"/>
                  <a:pt x="3152850" y="1361260"/>
                  <a:pt x="3002798" y="1564903"/>
                </a:cubicBezTo>
                <a:cubicBezTo>
                  <a:pt x="3191435" y="1575621"/>
                  <a:pt x="3347919" y="1869296"/>
                  <a:pt x="3022090" y="1989338"/>
                </a:cubicBezTo>
                <a:cubicBezTo>
                  <a:pt x="3332913" y="2182262"/>
                  <a:pt x="3154994" y="2426634"/>
                  <a:pt x="2977074" y="2471650"/>
                </a:cubicBezTo>
                <a:cubicBezTo>
                  <a:pt x="3127127" y="2606697"/>
                  <a:pt x="3109978" y="2709590"/>
                  <a:pt x="2957782" y="2793191"/>
                </a:cubicBezTo>
                <a:cubicBezTo>
                  <a:pt x="2620164" y="2932526"/>
                  <a:pt x="1747715" y="3028988"/>
                  <a:pt x="1253613" y="2818914"/>
                </a:cubicBezTo>
                <a:cubicBezTo>
                  <a:pt x="1018944" y="2738561"/>
                  <a:pt x="869067" y="2654318"/>
                  <a:pt x="700568" y="2648441"/>
                </a:cubicBezTo>
                <a:lnTo>
                  <a:pt x="700568" y="2796242"/>
                </a:lnTo>
                <a:cubicBezTo>
                  <a:pt x="700568" y="2860729"/>
                  <a:pt x="648291" y="2913006"/>
                  <a:pt x="583804" y="2913006"/>
                </a:cubicBezTo>
                <a:lnTo>
                  <a:pt x="0" y="2913006"/>
                </a:lnTo>
                <a:lnTo>
                  <a:pt x="0" y="1400838"/>
                </a:lnTo>
                <a:lnTo>
                  <a:pt x="583804" y="1400838"/>
                </a:lnTo>
                <a:cubicBezTo>
                  <a:pt x="648291" y="1400838"/>
                  <a:pt x="700568" y="1453115"/>
                  <a:pt x="700568" y="1517602"/>
                </a:cubicBezTo>
                <a:lnTo>
                  <a:pt x="700568" y="1571674"/>
                </a:lnTo>
                <a:cubicBezTo>
                  <a:pt x="721537" y="1568378"/>
                  <a:pt x="746526" y="1559634"/>
                  <a:pt x="784162" y="1539180"/>
                </a:cubicBezTo>
                <a:cubicBezTo>
                  <a:pt x="831321" y="1421281"/>
                  <a:pt x="890271" y="1323747"/>
                  <a:pt x="1034964" y="1191915"/>
                </a:cubicBezTo>
                <a:cubicBezTo>
                  <a:pt x="1257900" y="851081"/>
                  <a:pt x="1628744" y="677449"/>
                  <a:pt x="1703770" y="169413"/>
                </a:cubicBezTo>
                <a:cubicBezTo>
                  <a:pt x="1715024" y="52855"/>
                  <a:pt x="1762452" y="3217"/>
                  <a:pt x="1821636" y="152"/>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1" name="Google Shape;161;p37"/>
          <p:cNvSpPr/>
          <p:nvPr/>
        </p:nvSpPr>
        <p:spPr>
          <a:xfrm>
            <a:off x="2879657" y="1406756"/>
            <a:ext cx="200861" cy="265817"/>
          </a:xfrm>
          <a:custGeom>
            <a:avLst/>
            <a:gdLst/>
            <a:ahLst/>
            <a:cxnLst/>
            <a:rect l="l" t="t" r="r" b="b"/>
            <a:pathLst>
              <a:path w="2448272" h="3240000" extrusionOk="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2" name="Google Shape;162;p37"/>
          <p:cNvSpPr/>
          <p:nvPr/>
        </p:nvSpPr>
        <p:spPr>
          <a:xfrm>
            <a:off x="3767682" y="2004462"/>
            <a:ext cx="265260" cy="265261"/>
          </a:xfrm>
          <a:custGeom>
            <a:avLst/>
            <a:gdLst/>
            <a:ahLst/>
            <a:cxnLst/>
            <a:rect l="l" t="t" r="r" b="b"/>
            <a:pathLst>
              <a:path w="3240000" h="3240000" extrusionOk="0">
                <a:moveTo>
                  <a:pt x="2019696" y="2510955"/>
                </a:moveTo>
                <a:lnTo>
                  <a:pt x="2019696" y="2797359"/>
                </a:lnTo>
                <a:lnTo>
                  <a:pt x="2914589" y="2797359"/>
                </a:lnTo>
                <a:lnTo>
                  <a:pt x="2914589" y="2510955"/>
                </a:lnTo>
                <a:close/>
                <a:moveTo>
                  <a:pt x="2019696" y="2081348"/>
                </a:moveTo>
                <a:lnTo>
                  <a:pt x="2019696" y="2367752"/>
                </a:lnTo>
                <a:lnTo>
                  <a:pt x="2914589" y="2367752"/>
                </a:lnTo>
                <a:lnTo>
                  <a:pt x="2914589" y="2081348"/>
                </a:lnTo>
                <a:close/>
                <a:moveTo>
                  <a:pt x="580710" y="2021703"/>
                </a:moveTo>
                <a:lnTo>
                  <a:pt x="378191" y="2224222"/>
                </a:lnTo>
                <a:lnTo>
                  <a:pt x="593323" y="2439354"/>
                </a:lnTo>
                <a:lnTo>
                  <a:pt x="378191" y="2654485"/>
                </a:lnTo>
                <a:lnTo>
                  <a:pt x="580710" y="2857004"/>
                </a:lnTo>
                <a:lnTo>
                  <a:pt x="795842" y="2641872"/>
                </a:lnTo>
                <a:lnTo>
                  <a:pt x="1010973" y="2857004"/>
                </a:lnTo>
                <a:lnTo>
                  <a:pt x="1213492" y="2654485"/>
                </a:lnTo>
                <a:lnTo>
                  <a:pt x="998360" y="2439354"/>
                </a:lnTo>
                <a:lnTo>
                  <a:pt x="1213492" y="2224222"/>
                </a:lnTo>
                <a:lnTo>
                  <a:pt x="1010973" y="2021703"/>
                </a:lnTo>
                <a:lnTo>
                  <a:pt x="795842" y="2236835"/>
                </a:lnTo>
                <a:close/>
                <a:moveTo>
                  <a:pt x="1656000" y="1656001"/>
                </a:moveTo>
                <a:lnTo>
                  <a:pt x="3240000" y="1656001"/>
                </a:lnTo>
                <a:lnTo>
                  <a:pt x="3240000" y="2699989"/>
                </a:lnTo>
                <a:cubicBezTo>
                  <a:pt x="3240000" y="2998229"/>
                  <a:pt x="2998229" y="3240000"/>
                  <a:pt x="2699989" y="3240000"/>
                </a:cubicBezTo>
                <a:lnTo>
                  <a:pt x="1656000" y="3240000"/>
                </a:lnTo>
                <a:close/>
                <a:moveTo>
                  <a:pt x="0" y="1656001"/>
                </a:moveTo>
                <a:lnTo>
                  <a:pt x="1584000" y="1656001"/>
                </a:lnTo>
                <a:lnTo>
                  <a:pt x="1584000" y="3240000"/>
                </a:lnTo>
                <a:lnTo>
                  <a:pt x="540011" y="3240000"/>
                </a:lnTo>
                <a:cubicBezTo>
                  <a:pt x="241771" y="3240000"/>
                  <a:pt x="0" y="2998229"/>
                  <a:pt x="0" y="2699989"/>
                </a:cubicBezTo>
                <a:close/>
                <a:moveTo>
                  <a:pt x="2467143" y="957859"/>
                </a:moveTo>
                <a:cubicBezTo>
                  <a:pt x="2388055" y="957859"/>
                  <a:pt x="2323941" y="1021973"/>
                  <a:pt x="2323941" y="1101061"/>
                </a:cubicBezTo>
                <a:cubicBezTo>
                  <a:pt x="2323941" y="1180149"/>
                  <a:pt x="2388055" y="1244263"/>
                  <a:pt x="2467143" y="1244263"/>
                </a:cubicBezTo>
                <a:cubicBezTo>
                  <a:pt x="2546231" y="1244263"/>
                  <a:pt x="2610345" y="1180149"/>
                  <a:pt x="2610345" y="1101061"/>
                </a:cubicBezTo>
                <a:cubicBezTo>
                  <a:pt x="2610345" y="1021973"/>
                  <a:pt x="2546231" y="957859"/>
                  <a:pt x="2467143" y="957859"/>
                </a:cubicBezTo>
                <a:close/>
                <a:moveTo>
                  <a:pt x="2019696" y="635775"/>
                </a:moveTo>
                <a:lnTo>
                  <a:pt x="2019696" y="922180"/>
                </a:lnTo>
                <a:lnTo>
                  <a:pt x="2914589" y="922180"/>
                </a:lnTo>
                <a:lnTo>
                  <a:pt x="2914589" y="635775"/>
                </a:lnTo>
                <a:close/>
                <a:moveTo>
                  <a:pt x="652639" y="331531"/>
                </a:moveTo>
                <a:lnTo>
                  <a:pt x="652639" y="635775"/>
                </a:lnTo>
                <a:lnTo>
                  <a:pt x="348395" y="635775"/>
                </a:lnTo>
                <a:lnTo>
                  <a:pt x="348395" y="922180"/>
                </a:lnTo>
                <a:lnTo>
                  <a:pt x="652639" y="922180"/>
                </a:lnTo>
                <a:lnTo>
                  <a:pt x="652639" y="1226424"/>
                </a:lnTo>
                <a:lnTo>
                  <a:pt x="939044" y="1226424"/>
                </a:lnTo>
                <a:lnTo>
                  <a:pt x="939044" y="922180"/>
                </a:lnTo>
                <a:lnTo>
                  <a:pt x="1243288" y="922180"/>
                </a:lnTo>
                <a:lnTo>
                  <a:pt x="1243288" y="635775"/>
                </a:lnTo>
                <a:lnTo>
                  <a:pt x="939044" y="635775"/>
                </a:lnTo>
                <a:lnTo>
                  <a:pt x="939044" y="331531"/>
                </a:lnTo>
                <a:close/>
                <a:moveTo>
                  <a:pt x="2467143" y="313692"/>
                </a:moveTo>
                <a:cubicBezTo>
                  <a:pt x="2388055" y="313692"/>
                  <a:pt x="2323941" y="377806"/>
                  <a:pt x="2323941" y="456894"/>
                </a:cubicBezTo>
                <a:cubicBezTo>
                  <a:pt x="2323941" y="535982"/>
                  <a:pt x="2388055" y="600096"/>
                  <a:pt x="2467143" y="600096"/>
                </a:cubicBezTo>
                <a:cubicBezTo>
                  <a:pt x="2546231" y="600096"/>
                  <a:pt x="2610345" y="535982"/>
                  <a:pt x="2610345" y="456894"/>
                </a:cubicBezTo>
                <a:cubicBezTo>
                  <a:pt x="2610345" y="377806"/>
                  <a:pt x="2546231" y="313692"/>
                  <a:pt x="2467143" y="313692"/>
                </a:cubicBezTo>
                <a:close/>
                <a:moveTo>
                  <a:pt x="540011" y="0"/>
                </a:moveTo>
                <a:lnTo>
                  <a:pt x="2699989" y="0"/>
                </a:lnTo>
                <a:cubicBezTo>
                  <a:pt x="2998229" y="0"/>
                  <a:pt x="3240000" y="241771"/>
                  <a:pt x="3240000" y="540011"/>
                </a:cubicBezTo>
                <a:lnTo>
                  <a:pt x="3240000" y="1584001"/>
                </a:lnTo>
                <a:lnTo>
                  <a:pt x="1656000" y="1584001"/>
                </a:lnTo>
                <a:lnTo>
                  <a:pt x="1656000" y="1"/>
                </a:lnTo>
                <a:lnTo>
                  <a:pt x="1584000" y="1"/>
                </a:lnTo>
                <a:lnTo>
                  <a:pt x="1584000" y="1584001"/>
                </a:lnTo>
                <a:lnTo>
                  <a:pt x="0" y="1584001"/>
                </a:lnTo>
                <a:lnTo>
                  <a:pt x="0" y="540011"/>
                </a:lnTo>
                <a:cubicBezTo>
                  <a:pt x="0" y="241771"/>
                  <a:pt x="241771" y="0"/>
                  <a:pt x="54001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3" name="Google Shape;163;p37"/>
          <p:cNvSpPr/>
          <p:nvPr/>
        </p:nvSpPr>
        <p:spPr>
          <a:xfrm>
            <a:off x="1147213" y="1418768"/>
            <a:ext cx="285959" cy="241796"/>
          </a:xfrm>
          <a:custGeom>
            <a:avLst/>
            <a:gdLst/>
            <a:ahLst/>
            <a:cxnLst/>
            <a:rect l="l" t="t" r="r" b="b"/>
            <a:pathLst>
              <a:path w="2736304" h="2313707" extrusionOk="0">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4" name="Google Shape;164;p37"/>
          <p:cNvSpPr/>
          <p:nvPr/>
        </p:nvSpPr>
        <p:spPr>
          <a:xfrm>
            <a:off x="2514824" y="1412972"/>
            <a:ext cx="146419" cy="253389"/>
          </a:xfrm>
          <a:custGeom>
            <a:avLst/>
            <a:gdLst/>
            <a:ahLst/>
            <a:cxnLst/>
            <a:rect l="l" t="t" r="r" b="b"/>
            <a:pathLst>
              <a:path w="1872208" h="3240000" extrusionOk="0">
                <a:moveTo>
                  <a:pt x="936104" y="2852499"/>
                </a:moveTo>
                <a:cubicBezTo>
                  <a:pt x="861605" y="2852499"/>
                  <a:pt x="801211" y="2912893"/>
                  <a:pt x="801211" y="2987392"/>
                </a:cubicBezTo>
                <a:cubicBezTo>
                  <a:pt x="801211" y="3061891"/>
                  <a:pt x="861605" y="3122285"/>
                  <a:pt x="936104" y="3122285"/>
                </a:cubicBezTo>
                <a:cubicBezTo>
                  <a:pt x="1010603" y="3122285"/>
                  <a:pt x="1070997" y="3061891"/>
                  <a:pt x="1070997" y="2987392"/>
                </a:cubicBezTo>
                <a:cubicBezTo>
                  <a:pt x="1070997" y="2912893"/>
                  <a:pt x="1010603" y="2852499"/>
                  <a:pt x="936104" y="2852499"/>
                </a:cubicBezTo>
                <a:close/>
                <a:moveTo>
                  <a:pt x="144016" y="323096"/>
                </a:moveTo>
                <a:lnTo>
                  <a:pt x="144016" y="2699360"/>
                </a:lnTo>
                <a:lnTo>
                  <a:pt x="1728192" y="2699360"/>
                </a:lnTo>
                <a:lnTo>
                  <a:pt x="1728192" y="323096"/>
                </a:lnTo>
                <a:close/>
                <a:moveTo>
                  <a:pt x="720104" y="107072"/>
                </a:moveTo>
                <a:cubicBezTo>
                  <a:pt x="690281" y="107072"/>
                  <a:pt x="666104" y="131249"/>
                  <a:pt x="666104" y="161072"/>
                </a:cubicBezTo>
                <a:cubicBezTo>
                  <a:pt x="666104" y="190895"/>
                  <a:pt x="690281" y="215072"/>
                  <a:pt x="720104" y="215072"/>
                </a:cubicBezTo>
                <a:lnTo>
                  <a:pt x="1152104" y="215072"/>
                </a:lnTo>
                <a:cubicBezTo>
                  <a:pt x="1181927" y="215072"/>
                  <a:pt x="1206104" y="190895"/>
                  <a:pt x="1206104" y="161072"/>
                </a:cubicBezTo>
                <a:cubicBezTo>
                  <a:pt x="1206104" y="131249"/>
                  <a:pt x="1181927" y="107072"/>
                  <a:pt x="1152104" y="107072"/>
                </a:cubicBezTo>
                <a:close/>
                <a:moveTo>
                  <a:pt x="312041" y="0"/>
                </a:moveTo>
                <a:lnTo>
                  <a:pt x="1560167" y="0"/>
                </a:lnTo>
                <a:cubicBezTo>
                  <a:pt x="1732502" y="0"/>
                  <a:pt x="1872208" y="139706"/>
                  <a:pt x="1872208" y="312041"/>
                </a:cubicBezTo>
                <a:lnTo>
                  <a:pt x="1872208" y="2927959"/>
                </a:lnTo>
                <a:cubicBezTo>
                  <a:pt x="1872208" y="3100294"/>
                  <a:pt x="1732502" y="3240000"/>
                  <a:pt x="1560167" y="3240000"/>
                </a:cubicBezTo>
                <a:lnTo>
                  <a:pt x="312041" y="3240000"/>
                </a:lnTo>
                <a:cubicBezTo>
                  <a:pt x="139706" y="3240000"/>
                  <a:pt x="0" y="3100294"/>
                  <a:pt x="0" y="2927959"/>
                </a:cubicBezTo>
                <a:lnTo>
                  <a:pt x="0" y="312041"/>
                </a:lnTo>
                <a:cubicBezTo>
                  <a:pt x="0" y="139706"/>
                  <a:pt x="139706" y="0"/>
                  <a:pt x="31204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5" name="Google Shape;165;p37"/>
          <p:cNvSpPr/>
          <p:nvPr/>
        </p:nvSpPr>
        <p:spPr>
          <a:xfrm>
            <a:off x="1651586" y="1434383"/>
            <a:ext cx="265024" cy="210567"/>
          </a:xfrm>
          <a:custGeom>
            <a:avLst/>
            <a:gdLst/>
            <a:ahLst/>
            <a:cxnLst/>
            <a:rect l="l" t="t" r="r" b="b"/>
            <a:pathLst>
              <a:path w="3240000" h="2574247" extrusionOk="0">
                <a:moveTo>
                  <a:pt x="2393400" y="1814089"/>
                </a:moveTo>
                <a:cubicBezTo>
                  <a:pt x="2363577" y="1814089"/>
                  <a:pt x="2339400" y="1838266"/>
                  <a:pt x="2339400" y="1868089"/>
                </a:cubicBezTo>
                <a:cubicBezTo>
                  <a:pt x="2339400" y="1897912"/>
                  <a:pt x="2363577" y="1922089"/>
                  <a:pt x="2393400" y="1922089"/>
                </a:cubicBezTo>
                <a:lnTo>
                  <a:pt x="2573400" y="1922089"/>
                </a:lnTo>
                <a:cubicBezTo>
                  <a:pt x="2603223" y="1922089"/>
                  <a:pt x="2627400" y="1897912"/>
                  <a:pt x="2627400" y="1868089"/>
                </a:cubicBezTo>
                <a:cubicBezTo>
                  <a:pt x="2627400" y="1838266"/>
                  <a:pt x="2603223" y="1814089"/>
                  <a:pt x="2573400" y="1814089"/>
                </a:cubicBezTo>
                <a:close/>
                <a:moveTo>
                  <a:pt x="173344" y="1814089"/>
                </a:moveTo>
                <a:cubicBezTo>
                  <a:pt x="143521" y="1814089"/>
                  <a:pt x="119344" y="1838266"/>
                  <a:pt x="119344" y="1868089"/>
                </a:cubicBezTo>
                <a:cubicBezTo>
                  <a:pt x="119344" y="1897912"/>
                  <a:pt x="143521" y="1922089"/>
                  <a:pt x="173344" y="1922089"/>
                </a:cubicBezTo>
                <a:lnTo>
                  <a:pt x="353344" y="1922089"/>
                </a:lnTo>
                <a:cubicBezTo>
                  <a:pt x="383167" y="1922089"/>
                  <a:pt x="407344" y="1897912"/>
                  <a:pt x="407344" y="1868089"/>
                </a:cubicBezTo>
                <a:cubicBezTo>
                  <a:pt x="407344" y="1838266"/>
                  <a:pt x="383167" y="1814089"/>
                  <a:pt x="353344" y="1814089"/>
                </a:cubicBezTo>
                <a:close/>
                <a:moveTo>
                  <a:pt x="2933496" y="1796081"/>
                </a:moveTo>
                <a:cubicBezTo>
                  <a:pt x="2893727" y="1796081"/>
                  <a:pt x="2861488" y="1828320"/>
                  <a:pt x="2861488" y="1868089"/>
                </a:cubicBezTo>
                <a:cubicBezTo>
                  <a:pt x="2861488" y="1907858"/>
                  <a:pt x="2893727" y="1940097"/>
                  <a:pt x="2933496" y="1940097"/>
                </a:cubicBezTo>
                <a:cubicBezTo>
                  <a:pt x="2973265" y="1940097"/>
                  <a:pt x="3005504" y="1907858"/>
                  <a:pt x="3005504" y="1868089"/>
                </a:cubicBezTo>
                <a:cubicBezTo>
                  <a:pt x="3005504" y="1828320"/>
                  <a:pt x="2973265" y="1796081"/>
                  <a:pt x="2933496" y="1796081"/>
                </a:cubicBezTo>
                <a:close/>
                <a:moveTo>
                  <a:pt x="119344" y="122856"/>
                </a:moveTo>
                <a:lnTo>
                  <a:pt x="119344" y="1728192"/>
                </a:lnTo>
                <a:lnTo>
                  <a:pt x="3120656" y="1728192"/>
                </a:lnTo>
                <a:lnTo>
                  <a:pt x="3120656" y="122856"/>
                </a:lnTo>
                <a:close/>
                <a:moveTo>
                  <a:pt x="0" y="0"/>
                </a:moveTo>
                <a:lnTo>
                  <a:pt x="3240000" y="0"/>
                </a:lnTo>
                <a:lnTo>
                  <a:pt x="3240000" y="2016224"/>
                </a:lnTo>
                <a:lnTo>
                  <a:pt x="1812079" y="2016224"/>
                </a:lnTo>
                <a:lnTo>
                  <a:pt x="1857107" y="2320159"/>
                </a:lnTo>
                <a:lnTo>
                  <a:pt x="2357140" y="2320159"/>
                </a:lnTo>
                <a:cubicBezTo>
                  <a:pt x="2427304" y="2320159"/>
                  <a:pt x="2484184" y="2377039"/>
                  <a:pt x="2484184" y="2447203"/>
                </a:cubicBezTo>
                <a:lnTo>
                  <a:pt x="2484184" y="2574247"/>
                </a:lnTo>
                <a:lnTo>
                  <a:pt x="755992" y="2574247"/>
                </a:lnTo>
                <a:lnTo>
                  <a:pt x="755992" y="2447203"/>
                </a:lnTo>
                <a:cubicBezTo>
                  <a:pt x="755992" y="2377039"/>
                  <a:pt x="812872" y="2320159"/>
                  <a:pt x="883036" y="2320159"/>
                </a:cubicBezTo>
                <a:lnTo>
                  <a:pt x="1382894" y="2320159"/>
                </a:lnTo>
                <a:lnTo>
                  <a:pt x="1427922" y="2016224"/>
                </a:lnTo>
                <a:lnTo>
                  <a:pt x="0" y="2016224"/>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6" name="Google Shape;166;p37"/>
          <p:cNvSpPr/>
          <p:nvPr/>
        </p:nvSpPr>
        <p:spPr>
          <a:xfrm>
            <a:off x="2135024" y="1426205"/>
            <a:ext cx="161386" cy="226923"/>
          </a:xfrm>
          <a:custGeom>
            <a:avLst/>
            <a:gdLst/>
            <a:ahLst/>
            <a:cxnLst/>
            <a:rect l="l" t="t" r="r" b="b"/>
            <a:pathLst>
              <a:path w="2304256" h="3240000" extrusionOk="0">
                <a:moveTo>
                  <a:pt x="954128" y="3024336"/>
                </a:moveTo>
                <a:cubicBezTo>
                  <a:pt x="924305" y="3024336"/>
                  <a:pt x="900128" y="3048513"/>
                  <a:pt x="900128" y="3078336"/>
                </a:cubicBezTo>
                <a:cubicBezTo>
                  <a:pt x="900128" y="3108159"/>
                  <a:pt x="924305" y="3132336"/>
                  <a:pt x="954128" y="3132336"/>
                </a:cubicBezTo>
                <a:lnTo>
                  <a:pt x="1350128" y="3132336"/>
                </a:lnTo>
                <a:cubicBezTo>
                  <a:pt x="1379951" y="3132336"/>
                  <a:pt x="1404128" y="3108159"/>
                  <a:pt x="1404128" y="3078336"/>
                </a:cubicBezTo>
                <a:cubicBezTo>
                  <a:pt x="1404128" y="3048513"/>
                  <a:pt x="1379951" y="3024336"/>
                  <a:pt x="1350128" y="3024336"/>
                </a:cubicBezTo>
                <a:close/>
                <a:moveTo>
                  <a:pt x="131531" y="224650"/>
                </a:moveTo>
                <a:lnTo>
                  <a:pt x="131531" y="2888946"/>
                </a:lnTo>
                <a:lnTo>
                  <a:pt x="2172725" y="2888946"/>
                </a:lnTo>
                <a:lnTo>
                  <a:pt x="2172725" y="224650"/>
                </a:lnTo>
                <a:close/>
                <a:moveTo>
                  <a:pt x="936128" y="73520"/>
                </a:moveTo>
                <a:cubicBezTo>
                  <a:pt x="916246" y="73520"/>
                  <a:pt x="900128" y="89638"/>
                  <a:pt x="900128" y="109520"/>
                </a:cubicBezTo>
                <a:cubicBezTo>
                  <a:pt x="900128" y="129402"/>
                  <a:pt x="916246" y="145520"/>
                  <a:pt x="936128" y="145520"/>
                </a:cubicBezTo>
                <a:lnTo>
                  <a:pt x="1368128" y="145520"/>
                </a:lnTo>
                <a:cubicBezTo>
                  <a:pt x="1388010" y="145520"/>
                  <a:pt x="1404128" y="129402"/>
                  <a:pt x="1404128" y="109520"/>
                </a:cubicBezTo>
                <a:cubicBezTo>
                  <a:pt x="1404128" y="89638"/>
                  <a:pt x="1388010" y="73520"/>
                  <a:pt x="1368128" y="73520"/>
                </a:cubicBezTo>
                <a:close/>
                <a:moveTo>
                  <a:pt x="155330" y="0"/>
                </a:moveTo>
                <a:lnTo>
                  <a:pt x="2148926" y="0"/>
                </a:lnTo>
                <a:cubicBezTo>
                  <a:pt x="2234712" y="0"/>
                  <a:pt x="2304256" y="69544"/>
                  <a:pt x="2304256" y="155330"/>
                </a:cubicBezTo>
                <a:lnTo>
                  <a:pt x="2304256" y="3084670"/>
                </a:lnTo>
                <a:cubicBezTo>
                  <a:pt x="2304256" y="3170456"/>
                  <a:pt x="2234712" y="3240000"/>
                  <a:pt x="2148926" y="3240000"/>
                </a:cubicBezTo>
                <a:lnTo>
                  <a:pt x="155330" y="3240000"/>
                </a:lnTo>
                <a:cubicBezTo>
                  <a:pt x="69544" y="3240000"/>
                  <a:pt x="0" y="3170456"/>
                  <a:pt x="0" y="3084670"/>
                </a:cubicBezTo>
                <a:lnTo>
                  <a:pt x="0" y="155330"/>
                </a:lnTo>
                <a:cubicBezTo>
                  <a:pt x="0" y="69544"/>
                  <a:pt x="69544" y="0"/>
                  <a:pt x="15533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7" name="Google Shape;167;p37"/>
          <p:cNvSpPr/>
          <p:nvPr/>
        </p:nvSpPr>
        <p:spPr>
          <a:xfrm>
            <a:off x="1468731" y="3036314"/>
            <a:ext cx="276674" cy="349140"/>
          </a:xfrm>
          <a:custGeom>
            <a:avLst/>
            <a:gdLst/>
            <a:ahLst/>
            <a:cxnLst/>
            <a:rect l="l" t="t" r="r" b="b"/>
            <a:pathLst>
              <a:path w="2120980" h="2676504" extrusionOk="0">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8" name="Google Shape;168;p37"/>
          <p:cNvSpPr/>
          <p:nvPr/>
        </p:nvSpPr>
        <p:spPr>
          <a:xfrm>
            <a:off x="654548" y="1382820"/>
            <a:ext cx="274252" cy="278829"/>
          </a:xfrm>
          <a:custGeom>
            <a:avLst/>
            <a:gdLst/>
            <a:ahLst/>
            <a:cxnLst/>
            <a:rect l="l" t="t" r="r" b="b"/>
            <a:pathLst>
              <a:path w="3186824" h="3060919" extrusionOk="0">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69" name="Google Shape;169;p37"/>
          <p:cNvSpPr/>
          <p:nvPr/>
        </p:nvSpPr>
        <p:spPr>
          <a:xfrm rot="-900000">
            <a:off x="1586166" y="2010264"/>
            <a:ext cx="296125" cy="253655"/>
          </a:xfrm>
          <a:custGeom>
            <a:avLst/>
            <a:gdLst/>
            <a:ahLst/>
            <a:cxnLst/>
            <a:rect l="l" t="t" r="r" b="b"/>
            <a:pathLst>
              <a:path w="2901316" h="2485205" extrusionOk="0">
                <a:moveTo>
                  <a:pt x="2901316" y="8833"/>
                </a:moveTo>
                <a:lnTo>
                  <a:pt x="2885407" y="69738"/>
                </a:lnTo>
                <a:lnTo>
                  <a:pt x="2890344" y="71061"/>
                </a:lnTo>
                <a:lnTo>
                  <a:pt x="2331295" y="2157461"/>
                </a:lnTo>
                <a:lnTo>
                  <a:pt x="2322295" y="2155049"/>
                </a:lnTo>
                <a:cubicBezTo>
                  <a:pt x="2311779" y="2339141"/>
                  <a:pt x="2127696" y="2485205"/>
                  <a:pt x="1902404" y="2485205"/>
                </a:cubicBezTo>
                <a:cubicBezTo>
                  <a:pt x="1669201" y="2485205"/>
                  <a:pt x="1480151" y="2328701"/>
                  <a:pt x="1480150" y="2135644"/>
                </a:cubicBezTo>
                <a:cubicBezTo>
                  <a:pt x="1480150" y="1942587"/>
                  <a:pt x="1669200" y="1786083"/>
                  <a:pt x="1902404" y="1786083"/>
                </a:cubicBezTo>
                <a:cubicBezTo>
                  <a:pt x="2026046" y="1786083"/>
                  <a:pt x="2137276" y="1830075"/>
                  <a:pt x="2213623" y="1901150"/>
                </a:cubicBezTo>
                <a:lnTo>
                  <a:pt x="2586815" y="508378"/>
                </a:lnTo>
                <a:lnTo>
                  <a:pt x="1283297" y="508378"/>
                </a:lnTo>
                <a:lnTo>
                  <a:pt x="847984" y="2132988"/>
                </a:lnTo>
                <a:lnTo>
                  <a:pt x="841776" y="2131324"/>
                </a:lnTo>
                <a:cubicBezTo>
                  <a:pt x="829584" y="2314002"/>
                  <a:pt x="646295" y="2458448"/>
                  <a:pt x="422254" y="2458448"/>
                </a:cubicBezTo>
                <a:cubicBezTo>
                  <a:pt x="189051" y="2458448"/>
                  <a:pt x="1" y="2301944"/>
                  <a:pt x="0" y="2108887"/>
                </a:cubicBezTo>
                <a:cubicBezTo>
                  <a:pt x="0" y="1915830"/>
                  <a:pt x="189051" y="1759326"/>
                  <a:pt x="422255" y="1759326"/>
                </a:cubicBezTo>
                <a:cubicBezTo>
                  <a:pt x="544771" y="1759326"/>
                  <a:pt x="655100" y="1802522"/>
                  <a:pt x="731465" y="1872378"/>
                </a:cubicBezTo>
                <a:lnTo>
                  <a:pt x="1233167" y="0"/>
                </a:lnTo>
                <a:lnTo>
                  <a:pt x="1266129" y="8833"/>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0" name="Google Shape;170;p37"/>
          <p:cNvSpPr/>
          <p:nvPr/>
        </p:nvSpPr>
        <p:spPr>
          <a:xfrm rot="10800000">
            <a:off x="1073816" y="3009655"/>
            <a:ext cx="203225" cy="402458"/>
          </a:xfrm>
          <a:custGeom>
            <a:avLst/>
            <a:gdLst/>
            <a:ahLst/>
            <a:cxnLst/>
            <a:rect l="l" t="t" r="r" b="b"/>
            <a:pathLst>
              <a:path w="1613569" h="3195455" extrusionOk="0">
                <a:moveTo>
                  <a:pt x="1348422" y="2012960"/>
                </a:moveTo>
                <a:lnTo>
                  <a:pt x="264249" y="2012960"/>
                </a:lnTo>
                <a:cubicBezTo>
                  <a:pt x="99656" y="1932015"/>
                  <a:pt x="172" y="1814225"/>
                  <a:pt x="0" y="1686651"/>
                </a:cubicBezTo>
                <a:lnTo>
                  <a:pt x="716785" y="1678553"/>
                </a:lnTo>
                <a:lnTo>
                  <a:pt x="716785" y="360000"/>
                </a:lnTo>
                <a:lnTo>
                  <a:pt x="716785" y="355479"/>
                </a:lnTo>
                <a:lnTo>
                  <a:pt x="717916" y="355479"/>
                </a:lnTo>
                <a:lnTo>
                  <a:pt x="806785" y="0"/>
                </a:lnTo>
                <a:lnTo>
                  <a:pt x="895655" y="355479"/>
                </a:lnTo>
                <a:lnTo>
                  <a:pt x="896785" y="355479"/>
                </a:lnTo>
                <a:lnTo>
                  <a:pt x="896785" y="360000"/>
                </a:lnTo>
                <a:lnTo>
                  <a:pt x="896785" y="1676520"/>
                </a:lnTo>
                <a:lnTo>
                  <a:pt x="1612906" y="1668429"/>
                </a:lnTo>
                <a:cubicBezTo>
                  <a:pt x="1622778" y="1802631"/>
                  <a:pt x="1521918" y="1928220"/>
                  <a:pt x="1348422" y="2012960"/>
                </a:cubicBezTo>
                <a:close/>
                <a:moveTo>
                  <a:pt x="1175921" y="2908428"/>
                </a:moveTo>
                <a:lnTo>
                  <a:pt x="437641" y="2908428"/>
                </a:lnTo>
                <a:lnTo>
                  <a:pt x="250570" y="2083962"/>
                </a:lnTo>
                <a:lnTo>
                  <a:pt x="1362992" y="2083962"/>
                </a:lnTo>
                <a:close/>
                <a:moveTo>
                  <a:pt x="1155969" y="3195455"/>
                </a:moveTo>
                <a:lnTo>
                  <a:pt x="457593" y="3195455"/>
                </a:lnTo>
                <a:cubicBezTo>
                  <a:pt x="397940" y="3195455"/>
                  <a:pt x="349581" y="3147096"/>
                  <a:pt x="349581" y="3087443"/>
                </a:cubicBezTo>
                <a:cubicBezTo>
                  <a:pt x="349581" y="3027790"/>
                  <a:pt x="397940" y="2979431"/>
                  <a:pt x="457593" y="2979431"/>
                </a:cubicBezTo>
                <a:lnTo>
                  <a:pt x="1155969" y="2979431"/>
                </a:lnTo>
                <a:cubicBezTo>
                  <a:pt x="1215622" y="2979431"/>
                  <a:pt x="1263981" y="3027790"/>
                  <a:pt x="1263981" y="3087443"/>
                </a:cubicBezTo>
                <a:cubicBezTo>
                  <a:pt x="1263981" y="3147096"/>
                  <a:pt x="1215622" y="3195455"/>
                  <a:pt x="1155969" y="3195455"/>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1" name="Google Shape;171;p37"/>
          <p:cNvSpPr/>
          <p:nvPr/>
        </p:nvSpPr>
        <p:spPr>
          <a:xfrm>
            <a:off x="2384661" y="3059785"/>
            <a:ext cx="302199" cy="302199"/>
          </a:xfrm>
          <a:custGeom>
            <a:avLst/>
            <a:gdLst/>
            <a:ahLst/>
            <a:cxnLst/>
            <a:rect l="l" t="t" r="r" b="b"/>
            <a:pathLst>
              <a:path w="3240000" h="3240000" extrusionOk="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2" name="Google Shape;172;p37"/>
          <p:cNvSpPr/>
          <p:nvPr/>
        </p:nvSpPr>
        <p:spPr>
          <a:xfrm>
            <a:off x="3757443" y="3059785"/>
            <a:ext cx="302199" cy="302199"/>
          </a:xfrm>
          <a:custGeom>
            <a:avLst/>
            <a:gdLst/>
            <a:ahLst/>
            <a:cxnLst/>
            <a:rect l="l" t="t" r="r" b="b"/>
            <a:pathLst>
              <a:path w="3240000" h="3240000" extrusionOk="0">
                <a:moveTo>
                  <a:pt x="1613470" y="2077417"/>
                </a:moveTo>
                <a:cubicBezTo>
                  <a:pt x="1358886" y="2080042"/>
                  <a:pt x="1130625" y="2234862"/>
                  <a:pt x="1034031" y="2470424"/>
                </a:cubicBezTo>
                <a:lnTo>
                  <a:pt x="1213303" y="2543936"/>
                </a:lnTo>
                <a:cubicBezTo>
                  <a:pt x="1280345" y="2380442"/>
                  <a:pt x="1438772" y="2272988"/>
                  <a:pt x="1615468" y="2271166"/>
                </a:cubicBezTo>
                <a:cubicBezTo>
                  <a:pt x="1792164" y="2269344"/>
                  <a:pt x="1952774" y="2373507"/>
                  <a:pt x="2023173" y="2535584"/>
                </a:cubicBezTo>
                <a:lnTo>
                  <a:pt x="2200891" y="2458391"/>
                </a:lnTo>
                <a:cubicBezTo>
                  <a:pt x="2099460" y="2224871"/>
                  <a:pt x="1868054" y="2074792"/>
                  <a:pt x="1613470" y="2077417"/>
                </a:cubicBez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9" y="72832"/>
                </a:lnTo>
                <a:lnTo>
                  <a:pt x="2250577" y="127308"/>
                </a:lnTo>
                <a:lnTo>
                  <a:pt x="2392188" y="195525"/>
                </a:lnTo>
                <a:lnTo>
                  <a:pt x="2525758" y="276671"/>
                </a:lnTo>
                <a:lnTo>
                  <a:pt x="2650471" y="369929"/>
                </a:lnTo>
                <a:lnTo>
                  <a:pt x="2765513" y="474487"/>
                </a:lnTo>
                <a:lnTo>
                  <a:pt x="2870071" y="589530"/>
                </a:lnTo>
                <a:lnTo>
                  <a:pt x="2963330"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30" y="2525758"/>
                </a:lnTo>
                <a:lnTo>
                  <a:pt x="2870071" y="2650471"/>
                </a:lnTo>
                <a:lnTo>
                  <a:pt x="2765513" y="2765513"/>
                </a:lnTo>
                <a:lnTo>
                  <a:pt x="2650471" y="2870071"/>
                </a:lnTo>
                <a:lnTo>
                  <a:pt x="2525758" y="2963330"/>
                </a:lnTo>
                <a:lnTo>
                  <a:pt x="2392188" y="3044475"/>
                </a:lnTo>
                <a:lnTo>
                  <a:pt x="2250577" y="3112693"/>
                </a:lnTo>
                <a:lnTo>
                  <a:pt x="2101739" y="3167168"/>
                </a:lnTo>
                <a:lnTo>
                  <a:pt x="1946487" y="3207088"/>
                </a:lnTo>
                <a:lnTo>
                  <a:pt x="1785636" y="3231636"/>
                </a:lnTo>
                <a:cubicBezTo>
                  <a:pt x="1731176" y="3237167"/>
                  <a:pt x="1675919" y="3240000"/>
                  <a:pt x="1620000" y="3240000"/>
                </a:cubicBezTo>
                <a:cubicBezTo>
                  <a:pt x="1508163"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4" y="3019536"/>
                  <a:pt x="757335" y="2992442"/>
                  <a:pt x="714243" y="2963330"/>
                </a:cubicBezTo>
                <a:cubicBezTo>
                  <a:pt x="671151" y="2934217"/>
                  <a:pt x="629534" y="2903086"/>
                  <a:pt x="589530" y="2870071"/>
                </a:cubicBezTo>
                <a:cubicBezTo>
                  <a:pt x="549525" y="2837056"/>
                  <a:pt x="511133" y="2802158"/>
                  <a:pt x="474487" y="2765513"/>
                </a:cubicBezTo>
                <a:cubicBezTo>
                  <a:pt x="437842" y="2728868"/>
                  <a:pt x="402944" y="2690475"/>
                  <a:pt x="369930" y="2650471"/>
                </a:cubicBezTo>
                <a:cubicBezTo>
                  <a:pt x="336915" y="2610466"/>
                  <a:pt x="305783" y="2568850"/>
                  <a:pt x="276671" y="2525758"/>
                </a:cubicBezTo>
                <a:cubicBezTo>
                  <a:pt x="247558" y="2482665"/>
                  <a:pt x="220465" y="2438097"/>
                  <a:pt x="195526" y="2392188"/>
                </a:cubicBezTo>
                <a:cubicBezTo>
                  <a:pt x="170586" y="2346280"/>
                  <a:pt x="147802" y="2299031"/>
                  <a:pt x="127308" y="2250577"/>
                </a:cubicBezTo>
                <a:cubicBezTo>
                  <a:pt x="106814" y="2202124"/>
                  <a:pt x="88610" y="2152466"/>
                  <a:pt x="72832" y="2101739"/>
                </a:cubicBezTo>
                <a:cubicBezTo>
                  <a:pt x="57055"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5" y="1188989"/>
                  <a:pt x="72832" y="1138262"/>
                </a:cubicBezTo>
                <a:cubicBezTo>
                  <a:pt x="88610" y="1087535"/>
                  <a:pt x="106814" y="1037877"/>
                  <a:pt x="127308" y="989423"/>
                </a:cubicBezTo>
                <a:cubicBezTo>
                  <a:pt x="147802" y="940970"/>
                  <a:pt x="170586" y="893721"/>
                  <a:pt x="195526" y="847812"/>
                </a:cubicBezTo>
                <a:cubicBezTo>
                  <a:pt x="220465" y="801904"/>
                  <a:pt x="247558" y="757335"/>
                  <a:pt x="276671" y="714243"/>
                </a:cubicBezTo>
                <a:cubicBezTo>
                  <a:pt x="305783" y="671151"/>
                  <a:pt x="336915" y="629534"/>
                  <a:pt x="369930" y="589530"/>
                </a:cubicBezTo>
                <a:cubicBezTo>
                  <a:pt x="402944" y="549525"/>
                  <a:pt x="437842" y="511133"/>
                  <a:pt x="474487" y="474487"/>
                </a:cubicBezTo>
                <a:cubicBezTo>
                  <a:pt x="511133" y="437842"/>
                  <a:pt x="549525" y="402944"/>
                  <a:pt x="589530" y="369929"/>
                </a:cubicBezTo>
                <a:cubicBezTo>
                  <a:pt x="629534" y="336915"/>
                  <a:pt x="671151" y="305783"/>
                  <a:pt x="714243" y="276671"/>
                </a:cubicBezTo>
                <a:cubicBezTo>
                  <a:pt x="757335" y="247558"/>
                  <a:pt x="801904"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3" name="Google Shape;173;p37"/>
          <p:cNvSpPr/>
          <p:nvPr/>
        </p:nvSpPr>
        <p:spPr>
          <a:xfrm>
            <a:off x="2844464" y="3061442"/>
            <a:ext cx="298884" cy="298884"/>
          </a:xfrm>
          <a:custGeom>
            <a:avLst/>
            <a:gdLst/>
            <a:ahLst/>
            <a:cxnLst/>
            <a:rect l="l" t="t" r="r" b="b"/>
            <a:pathLst>
              <a:path w="3240000" h="3240000" extrusionOk="0">
                <a:moveTo>
                  <a:pt x="2298433" y="2114441"/>
                </a:moveTo>
                <a:lnTo>
                  <a:pt x="1355104" y="2367205"/>
                </a:lnTo>
                <a:lnTo>
                  <a:pt x="1411009" y="2575845"/>
                </a:lnTo>
                <a:lnTo>
                  <a:pt x="2354338" y="2323081"/>
                </a:lnTo>
                <a:close/>
                <a:moveTo>
                  <a:pt x="2165423" y="986226"/>
                </a:moveTo>
                <a:cubicBezTo>
                  <a:pt x="2072622" y="986226"/>
                  <a:pt x="1997392" y="1061456"/>
                  <a:pt x="1997392" y="1154257"/>
                </a:cubicBezTo>
                <a:cubicBezTo>
                  <a:pt x="1997392" y="1247058"/>
                  <a:pt x="2072622" y="1322288"/>
                  <a:pt x="2165423" y="1322288"/>
                </a:cubicBezTo>
                <a:cubicBezTo>
                  <a:pt x="2258224" y="1322288"/>
                  <a:pt x="2333454" y="1247058"/>
                  <a:pt x="2333454" y="1154257"/>
                </a:cubicBezTo>
                <a:cubicBezTo>
                  <a:pt x="2333454" y="1061456"/>
                  <a:pt x="2258224" y="986226"/>
                  <a:pt x="2165423" y="986226"/>
                </a:cubicBezTo>
                <a:close/>
                <a:moveTo>
                  <a:pt x="1107401" y="986226"/>
                </a:moveTo>
                <a:cubicBezTo>
                  <a:pt x="1014600" y="986226"/>
                  <a:pt x="939370" y="1061456"/>
                  <a:pt x="939370" y="1154257"/>
                </a:cubicBezTo>
                <a:cubicBezTo>
                  <a:pt x="939370" y="1247058"/>
                  <a:pt x="1014600" y="1322288"/>
                  <a:pt x="1107401" y="1322288"/>
                </a:cubicBezTo>
                <a:cubicBezTo>
                  <a:pt x="1200202" y="1322288"/>
                  <a:pt x="1275432" y="1247058"/>
                  <a:pt x="1275432" y="1154257"/>
                </a:cubicBezTo>
                <a:cubicBezTo>
                  <a:pt x="1275432" y="1061456"/>
                  <a:pt x="1200202" y="986226"/>
                  <a:pt x="1107401" y="98622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4" name="Google Shape;174;p37"/>
          <p:cNvSpPr/>
          <p:nvPr/>
        </p:nvSpPr>
        <p:spPr>
          <a:xfrm>
            <a:off x="4217246" y="3057949"/>
            <a:ext cx="305871" cy="305871"/>
          </a:xfrm>
          <a:custGeom>
            <a:avLst/>
            <a:gdLst/>
            <a:ahLst/>
            <a:cxnLst/>
            <a:rect l="l" t="t" r="r" b="b"/>
            <a:pathLst>
              <a:path w="3240000" h="3240000" extrusionOk="0">
                <a:moveTo>
                  <a:pt x="2249999" y="2117384"/>
                </a:moveTo>
                <a:lnTo>
                  <a:pt x="990192" y="2131776"/>
                </a:lnTo>
                <a:cubicBezTo>
                  <a:pt x="998682" y="2476365"/>
                  <a:pt x="1282526" y="2750154"/>
                  <a:pt x="1627197" y="2746216"/>
                </a:cubicBezTo>
                <a:cubicBezTo>
                  <a:pt x="1971867" y="2742279"/>
                  <a:pt x="2249383" y="2462077"/>
                  <a:pt x="2249999" y="2117384"/>
                </a:cubicBezTo>
                <a:close/>
                <a:moveTo>
                  <a:pt x="2505352" y="784338"/>
                </a:moveTo>
                <a:lnTo>
                  <a:pt x="1869332" y="1428843"/>
                </a:lnTo>
                <a:lnTo>
                  <a:pt x="2505352" y="1522122"/>
                </a:lnTo>
                <a:lnTo>
                  <a:pt x="2505352" y="1378597"/>
                </a:lnTo>
                <a:lnTo>
                  <a:pt x="2187887" y="1332038"/>
                </a:lnTo>
                <a:lnTo>
                  <a:pt x="2505352" y="1010338"/>
                </a:lnTo>
                <a:close/>
                <a:moveTo>
                  <a:pt x="734649" y="784338"/>
                </a:moveTo>
                <a:lnTo>
                  <a:pt x="734649" y="1010338"/>
                </a:lnTo>
                <a:lnTo>
                  <a:pt x="1052115" y="1332038"/>
                </a:lnTo>
                <a:lnTo>
                  <a:pt x="734649" y="1378597"/>
                </a:lnTo>
                <a:lnTo>
                  <a:pt x="734649" y="1522122"/>
                </a:lnTo>
                <a:lnTo>
                  <a:pt x="1370670" y="1428843"/>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5" name="Google Shape;175;p37"/>
          <p:cNvSpPr/>
          <p:nvPr/>
        </p:nvSpPr>
        <p:spPr>
          <a:xfrm>
            <a:off x="3300953" y="3061442"/>
            <a:ext cx="298884" cy="298884"/>
          </a:xfrm>
          <a:custGeom>
            <a:avLst/>
            <a:gdLst/>
            <a:ahLst/>
            <a:cxnLst/>
            <a:rect l="l" t="t" r="r" b="b"/>
            <a:pathLst>
              <a:path w="3240000" h="3240000" extrusionOk="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937973" y="986566"/>
                </a:moveTo>
                <a:cubicBezTo>
                  <a:pt x="850807" y="983371"/>
                  <a:pt x="762813" y="1002775"/>
                  <a:pt x="683096" y="1045110"/>
                </a:cubicBezTo>
                <a:cubicBezTo>
                  <a:pt x="523662" y="1129780"/>
                  <a:pt x="421680" y="1293248"/>
                  <a:pt x="415731" y="1473672"/>
                </a:cubicBezTo>
                <a:lnTo>
                  <a:pt x="615852" y="1480270"/>
                </a:lnTo>
                <a:cubicBezTo>
                  <a:pt x="619438" y="1371518"/>
                  <a:pt x="680908" y="1272986"/>
                  <a:pt x="777009" y="1221950"/>
                </a:cubicBezTo>
                <a:cubicBezTo>
                  <a:pt x="873110" y="1170914"/>
                  <a:pt x="989166" y="1175167"/>
                  <a:pt x="1081273" y="1233100"/>
                </a:cubicBezTo>
                <a:cubicBezTo>
                  <a:pt x="1173381" y="1291033"/>
                  <a:pt x="1227475" y="1393800"/>
                  <a:pt x="1223091" y="1502523"/>
                </a:cubicBezTo>
                <a:lnTo>
                  <a:pt x="1423160" y="1510590"/>
                </a:lnTo>
                <a:cubicBezTo>
                  <a:pt x="1430433" y="1330214"/>
                  <a:pt x="1340689" y="1159721"/>
                  <a:pt x="1187880" y="1063608"/>
                </a:cubicBezTo>
                <a:cubicBezTo>
                  <a:pt x="1111476" y="1015552"/>
                  <a:pt x="1025138" y="989760"/>
                  <a:pt x="937973" y="986566"/>
                </a:cubicBezTo>
                <a:close/>
                <a:moveTo>
                  <a:pt x="2306124" y="986566"/>
                </a:moveTo>
                <a:cubicBezTo>
                  <a:pt x="2218958" y="983371"/>
                  <a:pt x="2130964" y="1002775"/>
                  <a:pt x="2051247" y="1045110"/>
                </a:cubicBezTo>
                <a:cubicBezTo>
                  <a:pt x="1891813" y="1129780"/>
                  <a:pt x="1789831" y="1293248"/>
                  <a:pt x="1783882" y="1473672"/>
                </a:cubicBezTo>
                <a:lnTo>
                  <a:pt x="1984003" y="1480270"/>
                </a:lnTo>
                <a:cubicBezTo>
                  <a:pt x="1987589" y="1371518"/>
                  <a:pt x="2049059" y="1272986"/>
                  <a:pt x="2145160" y="1221950"/>
                </a:cubicBezTo>
                <a:cubicBezTo>
                  <a:pt x="2241261" y="1170914"/>
                  <a:pt x="2357317" y="1175167"/>
                  <a:pt x="2449424" y="1233100"/>
                </a:cubicBezTo>
                <a:cubicBezTo>
                  <a:pt x="2541532" y="1291033"/>
                  <a:pt x="2595626" y="1393800"/>
                  <a:pt x="2591242" y="1502523"/>
                </a:cubicBezTo>
                <a:lnTo>
                  <a:pt x="2791311" y="1510590"/>
                </a:lnTo>
                <a:cubicBezTo>
                  <a:pt x="2798584" y="1330214"/>
                  <a:pt x="2708840" y="1159721"/>
                  <a:pt x="2556031" y="1063608"/>
                </a:cubicBezTo>
                <a:cubicBezTo>
                  <a:pt x="2479627" y="1015552"/>
                  <a:pt x="2393289" y="989760"/>
                  <a:pt x="2306124" y="98656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6" name="Google Shape;176;p37"/>
          <p:cNvSpPr/>
          <p:nvPr/>
        </p:nvSpPr>
        <p:spPr>
          <a:xfrm rot="2700000">
            <a:off x="1148013" y="1948708"/>
            <a:ext cx="210156" cy="376769"/>
          </a:xfrm>
          <a:custGeom>
            <a:avLst/>
            <a:gdLst/>
            <a:ahLst/>
            <a:cxnLst/>
            <a:rect l="l" t="t" r="r" b="b"/>
            <a:pathLst>
              <a:path w="2232248" h="4001999" extrusionOk="0">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7" name="Google Shape;177;p37"/>
          <p:cNvSpPr/>
          <p:nvPr/>
        </p:nvSpPr>
        <p:spPr>
          <a:xfrm>
            <a:off x="649043" y="1962253"/>
            <a:ext cx="284605" cy="266416"/>
          </a:xfrm>
          <a:custGeom>
            <a:avLst/>
            <a:gdLst/>
            <a:ahLst/>
            <a:cxnLst/>
            <a:rect l="l" t="t" r="r" b="b"/>
            <a:pathLst>
              <a:path w="3239999" h="3032924" extrusionOk="0">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8" name="Google Shape;178;p37"/>
          <p:cNvSpPr/>
          <p:nvPr/>
        </p:nvSpPr>
        <p:spPr>
          <a:xfrm rot="2700000">
            <a:off x="2040323" y="3004549"/>
            <a:ext cx="102933" cy="412670"/>
          </a:xfrm>
          <a:custGeom>
            <a:avLst/>
            <a:gdLst/>
            <a:ahLst/>
            <a:cxnLst/>
            <a:rect l="l" t="t" r="r" b="b"/>
            <a:pathLst>
              <a:path w="1035916" h="4153123" extrusionOk="0">
                <a:moveTo>
                  <a:pt x="277501" y="3759099"/>
                </a:moveTo>
                <a:lnTo>
                  <a:pt x="758408" y="3759099"/>
                </a:lnTo>
                <a:lnTo>
                  <a:pt x="517954" y="4153123"/>
                </a:lnTo>
                <a:close/>
                <a:moveTo>
                  <a:pt x="42612" y="2944898"/>
                </a:moveTo>
                <a:cubicBezTo>
                  <a:pt x="153922" y="2941505"/>
                  <a:pt x="246502" y="2889483"/>
                  <a:pt x="275675" y="2819018"/>
                </a:cubicBezTo>
                <a:cubicBezTo>
                  <a:pt x="304648" y="2892614"/>
                  <a:pt x="403763" y="2945872"/>
                  <a:pt x="521107" y="2945872"/>
                </a:cubicBezTo>
                <a:cubicBezTo>
                  <a:pt x="638453" y="2945872"/>
                  <a:pt x="737567" y="2892613"/>
                  <a:pt x="766540" y="2819017"/>
                </a:cubicBezTo>
                <a:cubicBezTo>
                  <a:pt x="795133" y="2888142"/>
                  <a:pt x="884783" y="2939514"/>
                  <a:pt x="993299" y="2944464"/>
                </a:cubicBezTo>
                <a:lnTo>
                  <a:pt x="776840" y="3657264"/>
                </a:lnTo>
                <a:lnTo>
                  <a:pt x="258940" y="3657264"/>
                </a:lnTo>
                <a:close/>
                <a:moveTo>
                  <a:pt x="809102" y="564558"/>
                </a:moveTo>
                <a:lnTo>
                  <a:pt x="1035914" y="564558"/>
                </a:lnTo>
                <a:lnTo>
                  <a:pt x="1035915" y="2838682"/>
                </a:lnTo>
                <a:cubicBezTo>
                  <a:pt x="1029586" y="2840409"/>
                  <a:pt x="1023074" y="2840731"/>
                  <a:pt x="1016490" y="2840731"/>
                </a:cubicBezTo>
                <a:cubicBezTo>
                  <a:pt x="901952" y="2840731"/>
                  <a:pt x="809102" y="2743612"/>
                  <a:pt x="809101" y="2623810"/>
                </a:cubicBezTo>
                <a:close/>
                <a:moveTo>
                  <a:pt x="310569" y="564558"/>
                </a:moveTo>
                <a:lnTo>
                  <a:pt x="725347" y="564558"/>
                </a:lnTo>
                <a:lnTo>
                  <a:pt x="725347" y="2633342"/>
                </a:lnTo>
                <a:cubicBezTo>
                  <a:pt x="725347" y="2747880"/>
                  <a:pt x="632496" y="2840731"/>
                  <a:pt x="517958" y="2840731"/>
                </a:cubicBezTo>
                <a:cubicBezTo>
                  <a:pt x="403420" y="2840731"/>
                  <a:pt x="310569" y="2747880"/>
                  <a:pt x="310569" y="2633342"/>
                </a:cubicBezTo>
                <a:close/>
                <a:moveTo>
                  <a:pt x="0" y="564557"/>
                </a:moveTo>
                <a:lnTo>
                  <a:pt x="226813" y="564557"/>
                </a:lnTo>
                <a:lnTo>
                  <a:pt x="226813" y="2623810"/>
                </a:lnTo>
                <a:cubicBezTo>
                  <a:pt x="226813" y="2743612"/>
                  <a:pt x="133962" y="2840731"/>
                  <a:pt x="19424" y="2840730"/>
                </a:cubicBezTo>
                <a:cubicBezTo>
                  <a:pt x="12841" y="2840730"/>
                  <a:pt x="6329" y="2840409"/>
                  <a:pt x="0" y="2838682"/>
                </a:cubicBezTo>
                <a:close/>
                <a:moveTo>
                  <a:pt x="71964" y="71964"/>
                </a:moveTo>
                <a:cubicBezTo>
                  <a:pt x="116427" y="27501"/>
                  <a:pt x="177852" y="0"/>
                  <a:pt x="245701" y="0"/>
                </a:cubicBezTo>
                <a:lnTo>
                  <a:pt x="790215" y="0"/>
                </a:lnTo>
                <a:cubicBezTo>
                  <a:pt x="925912" y="0"/>
                  <a:pt x="1035916" y="110004"/>
                  <a:pt x="1035916" y="245701"/>
                </a:cubicBezTo>
                <a:cubicBezTo>
                  <a:pt x="1035916" y="327601"/>
                  <a:pt x="1035915" y="409501"/>
                  <a:pt x="1035915" y="491401"/>
                </a:cubicBezTo>
                <a:lnTo>
                  <a:pt x="0" y="491401"/>
                </a:lnTo>
                <a:lnTo>
                  <a:pt x="0" y="245701"/>
                </a:lnTo>
                <a:cubicBezTo>
                  <a:pt x="0" y="177853"/>
                  <a:pt x="27501" y="116427"/>
                  <a:pt x="71964" y="71964"/>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79" name="Google Shape;179;p37"/>
          <p:cNvSpPr/>
          <p:nvPr/>
        </p:nvSpPr>
        <p:spPr>
          <a:xfrm>
            <a:off x="635584" y="2538749"/>
            <a:ext cx="274252" cy="274253"/>
          </a:xfrm>
          <a:custGeom>
            <a:avLst/>
            <a:gdLst/>
            <a:ahLst/>
            <a:cxnLst/>
            <a:rect l="l" t="t" r="r" b="b"/>
            <a:pathLst>
              <a:path w="3240000" h="3240000" extrusionOk="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0" name="Google Shape;180;p37"/>
          <p:cNvSpPr/>
          <p:nvPr/>
        </p:nvSpPr>
        <p:spPr>
          <a:xfrm flipH="1">
            <a:off x="3726031" y="1427329"/>
            <a:ext cx="272353" cy="224674"/>
          </a:xfrm>
          <a:custGeom>
            <a:avLst/>
            <a:gdLst/>
            <a:ahLst/>
            <a:cxnLst/>
            <a:rect l="l" t="t" r="r" b="b"/>
            <a:pathLst>
              <a:path w="3217557" h="2654282" extrusionOk="0">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1" name="Google Shape;181;p37"/>
          <p:cNvSpPr/>
          <p:nvPr/>
        </p:nvSpPr>
        <p:spPr>
          <a:xfrm rot="-2794009">
            <a:off x="3739131" y="879660"/>
            <a:ext cx="297832" cy="294725"/>
          </a:xfrm>
          <a:custGeom>
            <a:avLst/>
            <a:gdLst/>
            <a:ahLst/>
            <a:cxnLst/>
            <a:rect l="l" t="t" r="r" b="b"/>
            <a:pathLst>
              <a:path w="1807241" h="1788383" extrusionOk="0">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2" name="Google Shape;182;p37"/>
          <p:cNvSpPr/>
          <p:nvPr/>
        </p:nvSpPr>
        <p:spPr>
          <a:xfrm>
            <a:off x="4174201" y="879695"/>
            <a:ext cx="293911" cy="295245"/>
          </a:xfrm>
          <a:custGeom>
            <a:avLst/>
            <a:gdLst/>
            <a:ahLst/>
            <a:cxnLst/>
            <a:rect l="l" t="t" r="r" b="b"/>
            <a:pathLst>
              <a:path w="371900" h="373588" extrusionOk="0">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3" name="Google Shape;183;p37"/>
          <p:cNvSpPr/>
          <p:nvPr/>
        </p:nvSpPr>
        <p:spPr>
          <a:xfrm>
            <a:off x="3327218" y="2519648"/>
            <a:ext cx="258059" cy="307267"/>
          </a:xfrm>
          <a:custGeom>
            <a:avLst/>
            <a:gdLst/>
            <a:ahLst/>
            <a:cxnLst/>
            <a:rect l="l" t="t" r="r" b="b"/>
            <a:pathLst>
              <a:path w="2721114" h="3240000" extrusionOk="0">
                <a:moveTo>
                  <a:pt x="1999321" y="2603448"/>
                </a:moveTo>
                <a:lnTo>
                  <a:pt x="1999321" y="2772810"/>
                </a:lnTo>
                <a:lnTo>
                  <a:pt x="2528507" y="2772810"/>
                </a:lnTo>
                <a:lnTo>
                  <a:pt x="2528507" y="2603448"/>
                </a:lnTo>
                <a:close/>
                <a:moveTo>
                  <a:pt x="2263914" y="2230929"/>
                </a:moveTo>
                <a:cubicBezTo>
                  <a:pt x="2516419" y="2230929"/>
                  <a:pt x="2721114" y="2435624"/>
                  <a:pt x="2721114" y="2688129"/>
                </a:cubicBezTo>
                <a:cubicBezTo>
                  <a:pt x="2721114" y="2940634"/>
                  <a:pt x="2516419" y="3145329"/>
                  <a:pt x="2263914" y="3145329"/>
                </a:cubicBezTo>
                <a:cubicBezTo>
                  <a:pt x="2011409" y="3145329"/>
                  <a:pt x="1806714" y="2940634"/>
                  <a:pt x="1806714" y="2688129"/>
                </a:cubicBezTo>
                <a:cubicBezTo>
                  <a:pt x="1806714" y="2435624"/>
                  <a:pt x="2011409" y="2230929"/>
                  <a:pt x="2263914" y="2230929"/>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4" name="Google Shape;184;p37"/>
          <p:cNvSpPr/>
          <p:nvPr/>
        </p:nvSpPr>
        <p:spPr>
          <a:xfrm>
            <a:off x="2854954" y="2519648"/>
            <a:ext cx="258059" cy="307267"/>
          </a:xfrm>
          <a:custGeom>
            <a:avLst/>
            <a:gdLst/>
            <a:ahLst/>
            <a:cxnLst/>
            <a:rect l="l" t="t" r="r" b="b"/>
            <a:pathLst>
              <a:path w="2721114" h="3240000" extrusionOk="0">
                <a:moveTo>
                  <a:pt x="2179233" y="2431577"/>
                </a:moveTo>
                <a:lnTo>
                  <a:pt x="2179233" y="2611489"/>
                </a:lnTo>
                <a:lnTo>
                  <a:pt x="1999321" y="2611489"/>
                </a:lnTo>
                <a:lnTo>
                  <a:pt x="1999321" y="2780851"/>
                </a:lnTo>
                <a:lnTo>
                  <a:pt x="2179233" y="2780851"/>
                </a:lnTo>
                <a:lnTo>
                  <a:pt x="2179233" y="2960763"/>
                </a:lnTo>
                <a:lnTo>
                  <a:pt x="2348595" y="2960763"/>
                </a:lnTo>
                <a:lnTo>
                  <a:pt x="2348595" y="2780851"/>
                </a:lnTo>
                <a:lnTo>
                  <a:pt x="2528507" y="2780851"/>
                </a:lnTo>
                <a:lnTo>
                  <a:pt x="2528507" y="2611489"/>
                </a:lnTo>
                <a:lnTo>
                  <a:pt x="2348595" y="2611489"/>
                </a:lnTo>
                <a:lnTo>
                  <a:pt x="2348595" y="24315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5" name="Google Shape;185;p37"/>
          <p:cNvSpPr/>
          <p:nvPr/>
        </p:nvSpPr>
        <p:spPr>
          <a:xfrm>
            <a:off x="3799482" y="2519648"/>
            <a:ext cx="258059" cy="307267"/>
          </a:xfrm>
          <a:custGeom>
            <a:avLst/>
            <a:gdLst/>
            <a:ahLst/>
            <a:cxnLst/>
            <a:rect l="l" t="t" r="r" b="b"/>
            <a:pathLst>
              <a:path w="2721114" h="3240000" extrusionOk="0">
                <a:moveTo>
                  <a:pt x="2136698" y="2449196"/>
                </a:moveTo>
                <a:lnTo>
                  <a:pt x="2016940" y="2568954"/>
                </a:lnTo>
                <a:lnTo>
                  <a:pt x="2144156" y="2696170"/>
                </a:lnTo>
                <a:lnTo>
                  <a:pt x="2016940" y="2823386"/>
                </a:lnTo>
                <a:lnTo>
                  <a:pt x="2136698" y="2943144"/>
                </a:lnTo>
                <a:lnTo>
                  <a:pt x="2263914" y="2815928"/>
                </a:lnTo>
                <a:lnTo>
                  <a:pt x="2391130" y="2943144"/>
                </a:lnTo>
                <a:lnTo>
                  <a:pt x="2510888" y="2823386"/>
                </a:lnTo>
                <a:lnTo>
                  <a:pt x="2383672" y="2696170"/>
                </a:lnTo>
                <a:lnTo>
                  <a:pt x="2510888" y="2568954"/>
                </a:lnTo>
                <a:lnTo>
                  <a:pt x="2391130" y="2449196"/>
                </a:lnTo>
                <a:lnTo>
                  <a:pt x="2263914" y="2576412"/>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6" name="Google Shape;186;p37"/>
          <p:cNvSpPr/>
          <p:nvPr/>
        </p:nvSpPr>
        <p:spPr>
          <a:xfrm>
            <a:off x="4271745" y="2519648"/>
            <a:ext cx="258059" cy="307267"/>
          </a:xfrm>
          <a:custGeom>
            <a:avLst/>
            <a:gdLst/>
            <a:ahLst/>
            <a:cxnLst/>
            <a:rect l="l" t="t" r="r" b="b"/>
            <a:pathLst>
              <a:path w="2721114" h="3240000" extrusionOk="0">
                <a:moveTo>
                  <a:pt x="2519839" y="2469622"/>
                </a:moveTo>
                <a:lnTo>
                  <a:pt x="2201779" y="2787682"/>
                </a:lnTo>
                <a:lnTo>
                  <a:pt x="2003023" y="2588926"/>
                </a:lnTo>
                <a:lnTo>
                  <a:pt x="1901669" y="2690281"/>
                </a:lnTo>
                <a:lnTo>
                  <a:pt x="2203868" y="2992480"/>
                </a:lnTo>
                <a:lnTo>
                  <a:pt x="2305222" y="2891125"/>
                </a:lnTo>
                <a:lnTo>
                  <a:pt x="2303133" y="2889037"/>
                </a:lnTo>
                <a:lnTo>
                  <a:pt x="2621194" y="25709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7" name="Google Shape;187;p37"/>
          <p:cNvSpPr/>
          <p:nvPr/>
        </p:nvSpPr>
        <p:spPr>
          <a:xfrm>
            <a:off x="4398550" y="3638109"/>
            <a:ext cx="266547" cy="290248"/>
          </a:xfrm>
          <a:custGeom>
            <a:avLst/>
            <a:gdLst/>
            <a:ahLst/>
            <a:cxnLst/>
            <a:rect l="l" t="t" r="r" b="b"/>
            <a:pathLst>
              <a:path w="2103393" h="2102114" extrusionOk="0">
                <a:moveTo>
                  <a:pt x="930675" y="75207"/>
                </a:moveTo>
                <a:cubicBezTo>
                  <a:pt x="914336" y="-26367"/>
                  <a:pt x="1202803" y="-23213"/>
                  <a:pt x="1190398" y="73534"/>
                </a:cubicBezTo>
                <a:lnTo>
                  <a:pt x="1177505" y="630783"/>
                </a:lnTo>
                <a:lnTo>
                  <a:pt x="1312141" y="709320"/>
                </a:lnTo>
                <a:cubicBezTo>
                  <a:pt x="1349539" y="621433"/>
                  <a:pt x="1403768" y="466228"/>
                  <a:pt x="1508484" y="512977"/>
                </a:cubicBezTo>
                <a:cubicBezTo>
                  <a:pt x="1961009" y="692492"/>
                  <a:pt x="2211581" y="1696648"/>
                  <a:pt x="2058246" y="2061286"/>
                </a:cubicBezTo>
                <a:cubicBezTo>
                  <a:pt x="1912391" y="2233320"/>
                  <a:pt x="1542142" y="1816322"/>
                  <a:pt x="1244822" y="1651768"/>
                </a:cubicBezTo>
                <a:cubicBezTo>
                  <a:pt x="1113927" y="1590061"/>
                  <a:pt x="1184984" y="1466646"/>
                  <a:pt x="1205554" y="1337621"/>
                </a:cubicBezTo>
                <a:cubicBezTo>
                  <a:pt x="1233603" y="1238514"/>
                  <a:pt x="1127017" y="1161846"/>
                  <a:pt x="1244823" y="894444"/>
                </a:cubicBezTo>
                <a:cubicBezTo>
                  <a:pt x="1188725" y="845826"/>
                  <a:pt x="1155065" y="802817"/>
                  <a:pt x="1076528" y="748589"/>
                </a:cubicBezTo>
                <a:cubicBezTo>
                  <a:pt x="973682" y="789728"/>
                  <a:pt x="949373" y="842086"/>
                  <a:pt x="885795" y="888834"/>
                </a:cubicBezTo>
                <a:cubicBezTo>
                  <a:pt x="951243" y="1053389"/>
                  <a:pt x="898883" y="1240382"/>
                  <a:pt x="919453" y="1326400"/>
                </a:cubicBezTo>
                <a:cubicBezTo>
                  <a:pt x="930673" y="1432986"/>
                  <a:pt x="1003602" y="1595671"/>
                  <a:pt x="891405" y="1646159"/>
                </a:cubicBezTo>
                <a:cubicBezTo>
                  <a:pt x="685711" y="1737785"/>
                  <a:pt x="311722" y="2121123"/>
                  <a:pt x="89201" y="2089335"/>
                </a:cubicBezTo>
                <a:cubicBezTo>
                  <a:pt x="-118362" y="2035107"/>
                  <a:pt x="33103" y="774768"/>
                  <a:pt x="577255" y="512977"/>
                </a:cubicBezTo>
                <a:cubicBezTo>
                  <a:pt x="704411" y="464359"/>
                  <a:pt x="736199" y="673791"/>
                  <a:pt x="807257" y="748589"/>
                </a:cubicBezTo>
                <a:lnTo>
                  <a:pt x="969942" y="636393"/>
                </a:lnTo>
                <a:cubicBezTo>
                  <a:pt x="968072" y="483058"/>
                  <a:pt x="947112" y="235825"/>
                  <a:pt x="930675" y="75207"/>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8" name="Google Shape;188;p37"/>
          <p:cNvSpPr/>
          <p:nvPr/>
        </p:nvSpPr>
        <p:spPr>
          <a:xfrm>
            <a:off x="4824485" y="3662371"/>
            <a:ext cx="266385" cy="241723"/>
          </a:xfrm>
          <a:custGeom>
            <a:avLst/>
            <a:gdLst/>
            <a:ahLst/>
            <a:cxnLst/>
            <a:rect l="l" t="t" r="r" b="b"/>
            <a:pathLst>
              <a:path w="3240001" h="2698329" extrusionOk="0">
                <a:moveTo>
                  <a:pt x="2548075" y="5025"/>
                </a:moveTo>
                <a:cubicBezTo>
                  <a:pt x="2888705" y="21427"/>
                  <a:pt x="3205543" y="144443"/>
                  <a:pt x="3236875" y="324866"/>
                </a:cubicBezTo>
                <a:cubicBezTo>
                  <a:pt x="3272384" y="584869"/>
                  <a:pt x="3000845" y="793843"/>
                  <a:pt x="2654112" y="922630"/>
                </a:cubicBezTo>
                <a:cubicBezTo>
                  <a:pt x="2512076" y="1002818"/>
                  <a:pt x="2288579" y="1396468"/>
                  <a:pt x="2077615" y="1155904"/>
                </a:cubicBezTo>
                <a:cubicBezTo>
                  <a:pt x="1902159" y="985808"/>
                  <a:pt x="1914692" y="662627"/>
                  <a:pt x="1946024" y="426923"/>
                </a:cubicBezTo>
                <a:cubicBezTo>
                  <a:pt x="1958557" y="234957"/>
                  <a:pt x="1977355" y="79442"/>
                  <a:pt x="2209208" y="25983"/>
                </a:cubicBezTo>
                <a:cubicBezTo>
                  <a:pt x="2318345" y="5936"/>
                  <a:pt x="2434532" y="-443"/>
                  <a:pt x="2548075" y="5025"/>
                </a:cubicBezTo>
                <a:close/>
                <a:moveTo>
                  <a:pt x="1184195" y="86"/>
                </a:moveTo>
                <a:cubicBezTo>
                  <a:pt x="1412849" y="2955"/>
                  <a:pt x="1621488" y="77771"/>
                  <a:pt x="1732975" y="244677"/>
                </a:cubicBezTo>
                <a:cubicBezTo>
                  <a:pt x="1866656" y="436642"/>
                  <a:pt x="1793548" y="672347"/>
                  <a:pt x="1801904" y="871602"/>
                </a:cubicBezTo>
                <a:cubicBezTo>
                  <a:pt x="1820702" y="1041698"/>
                  <a:pt x="1996160" y="1255532"/>
                  <a:pt x="1889631" y="1396469"/>
                </a:cubicBezTo>
                <a:cubicBezTo>
                  <a:pt x="1714174" y="1644320"/>
                  <a:pt x="1482324" y="1717219"/>
                  <a:pt x="1300601" y="1906754"/>
                </a:cubicBezTo>
                <a:cubicBezTo>
                  <a:pt x="1068750" y="2152178"/>
                  <a:pt x="736639" y="2754803"/>
                  <a:pt x="442124" y="2694054"/>
                </a:cubicBezTo>
                <a:cubicBezTo>
                  <a:pt x="189385" y="2609005"/>
                  <a:pt x="149697" y="2276103"/>
                  <a:pt x="78680" y="2016101"/>
                </a:cubicBezTo>
                <a:cubicBezTo>
                  <a:pt x="-50823" y="1442635"/>
                  <a:pt x="-61268" y="759824"/>
                  <a:pt x="366928" y="302996"/>
                </a:cubicBezTo>
                <a:cubicBezTo>
                  <a:pt x="563141" y="111638"/>
                  <a:pt x="890211" y="-3604"/>
                  <a:pt x="1184195" y="86"/>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89" name="Google Shape;189;p37"/>
          <p:cNvSpPr/>
          <p:nvPr/>
        </p:nvSpPr>
        <p:spPr>
          <a:xfrm>
            <a:off x="5687994" y="3654245"/>
            <a:ext cx="236768" cy="257978"/>
          </a:xfrm>
          <a:custGeom>
            <a:avLst/>
            <a:gdLst/>
            <a:ahLst/>
            <a:cxnLst/>
            <a:rect l="l" t="t" r="r" b="b"/>
            <a:pathLst>
              <a:path w="3203570" h="3242474" extrusionOk="0">
                <a:moveTo>
                  <a:pt x="1049035" y="16828"/>
                </a:moveTo>
                <a:lnTo>
                  <a:pt x="1447333" y="0"/>
                </a:lnTo>
                <a:cubicBezTo>
                  <a:pt x="1441724" y="284231"/>
                  <a:pt x="1413674" y="613340"/>
                  <a:pt x="1666116" y="734886"/>
                </a:cubicBezTo>
                <a:cubicBezTo>
                  <a:pt x="1888639" y="783504"/>
                  <a:pt x="1937256" y="473095"/>
                  <a:pt x="2401001" y="560982"/>
                </a:cubicBezTo>
                <a:cubicBezTo>
                  <a:pt x="2875965" y="635779"/>
                  <a:pt x="3216295" y="1035945"/>
                  <a:pt x="3203206" y="1834409"/>
                </a:cubicBezTo>
                <a:cubicBezTo>
                  <a:pt x="3175156" y="2587994"/>
                  <a:pt x="2844177" y="2814257"/>
                  <a:pt x="2300025" y="3046130"/>
                </a:cubicBezTo>
                <a:cubicBezTo>
                  <a:pt x="1406194" y="3347190"/>
                  <a:pt x="820903" y="2705801"/>
                  <a:pt x="605860" y="2664663"/>
                </a:cubicBezTo>
                <a:cubicBezTo>
                  <a:pt x="379598" y="2621655"/>
                  <a:pt x="355288" y="2954503"/>
                  <a:pt x="381468" y="3242474"/>
                </a:cubicBezTo>
                <a:lnTo>
                  <a:pt x="0" y="3236864"/>
                </a:lnTo>
                <a:cubicBezTo>
                  <a:pt x="9350" y="2823607"/>
                  <a:pt x="-31788" y="2191567"/>
                  <a:pt x="516103" y="2249538"/>
                </a:cubicBezTo>
                <a:cubicBezTo>
                  <a:pt x="918138" y="2305637"/>
                  <a:pt x="1303347" y="2423441"/>
                  <a:pt x="1559529" y="1991485"/>
                </a:cubicBezTo>
                <a:cubicBezTo>
                  <a:pt x="1720344" y="1686686"/>
                  <a:pt x="1701645" y="1337006"/>
                  <a:pt x="1234160" y="959279"/>
                </a:cubicBezTo>
                <a:cubicBezTo>
                  <a:pt x="1155622" y="891961"/>
                  <a:pt x="981717" y="516102"/>
                  <a:pt x="1049035" y="16828"/>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0" name="Google Shape;190;p37"/>
          <p:cNvSpPr/>
          <p:nvPr/>
        </p:nvSpPr>
        <p:spPr>
          <a:xfrm>
            <a:off x="5245817" y="3660684"/>
            <a:ext cx="266385" cy="245098"/>
          </a:xfrm>
          <a:custGeom>
            <a:avLst/>
            <a:gdLst/>
            <a:ahLst/>
            <a:cxnLst/>
            <a:rect l="l" t="t" r="r" b="b"/>
            <a:pathLst>
              <a:path w="3213653" h="2719059" extrusionOk="0">
                <a:moveTo>
                  <a:pt x="1378151" y="1333546"/>
                </a:moveTo>
                <a:cubicBezTo>
                  <a:pt x="1319627" y="1375402"/>
                  <a:pt x="1250513" y="1400241"/>
                  <a:pt x="1177640" y="1404742"/>
                </a:cubicBezTo>
                <a:cubicBezTo>
                  <a:pt x="1183273" y="1421668"/>
                  <a:pt x="1185388" y="1439329"/>
                  <a:pt x="1185029" y="1457608"/>
                </a:cubicBezTo>
                <a:lnTo>
                  <a:pt x="1182201" y="1517198"/>
                </a:lnTo>
                <a:cubicBezTo>
                  <a:pt x="1256472" y="1514781"/>
                  <a:pt x="1326341" y="1484168"/>
                  <a:pt x="1378151" y="1432005"/>
                </a:cubicBezTo>
                <a:close/>
                <a:moveTo>
                  <a:pt x="1765736" y="0"/>
                </a:moveTo>
                <a:cubicBezTo>
                  <a:pt x="1820598" y="0"/>
                  <a:pt x="1865072" y="44474"/>
                  <a:pt x="1865072" y="99336"/>
                </a:cubicBezTo>
                <a:lnTo>
                  <a:pt x="1865072" y="1145199"/>
                </a:lnTo>
                <a:cubicBezTo>
                  <a:pt x="1927584" y="1198906"/>
                  <a:pt x="2002197" y="1234373"/>
                  <a:pt x="2081262" y="1252128"/>
                </a:cubicBezTo>
                <a:cubicBezTo>
                  <a:pt x="2096727" y="1219747"/>
                  <a:pt x="2112543" y="1186289"/>
                  <a:pt x="2123992" y="1149920"/>
                </a:cubicBezTo>
                <a:cubicBezTo>
                  <a:pt x="1899600" y="1041464"/>
                  <a:pt x="1832282" y="585198"/>
                  <a:pt x="1933258" y="437473"/>
                </a:cubicBezTo>
                <a:cubicBezTo>
                  <a:pt x="2028156" y="327848"/>
                  <a:pt x="2131647" y="265468"/>
                  <a:pt x="2345195" y="261608"/>
                </a:cubicBezTo>
                <a:cubicBezTo>
                  <a:pt x="2375702" y="261056"/>
                  <a:pt x="2408455" y="261699"/>
                  <a:pt x="2443750" y="263569"/>
                </a:cubicBezTo>
                <a:cubicBezTo>
                  <a:pt x="2954244" y="291618"/>
                  <a:pt x="3189856" y="886259"/>
                  <a:pt x="3206686" y="1323824"/>
                </a:cubicBezTo>
                <a:cubicBezTo>
                  <a:pt x="3247823" y="2015701"/>
                  <a:pt x="3103839" y="2270013"/>
                  <a:pt x="2853267" y="2462617"/>
                </a:cubicBezTo>
                <a:cubicBezTo>
                  <a:pt x="2511068" y="2735627"/>
                  <a:pt x="2157650" y="2470097"/>
                  <a:pt x="2084722" y="2170906"/>
                </a:cubicBezTo>
                <a:cubicBezTo>
                  <a:pt x="2058544" y="2038140"/>
                  <a:pt x="2127730" y="1922204"/>
                  <a:pt x="2202528" y="1800658"/>
                </a:cubicBezTo>
                <a:lnTo>
                  <a:pt x="2143866" y="1730900"/>
                </a:lnTo>
                <a:cubicBezTo>
                  <a:pt x="2096151" y="1741682"/>
                  <a:pt x="2046910" y="1746675"/>
                  <a:pt x="1997032" y="1746402"/>
                </a:cubicBezTo>
                <a:lnTo>
                  <a:pt x="1887189" y="1736891"/>
                </a:lnTo>
                <a:lnTo>
                  <a:pt x="1887189" y="2619722"/>
                </a:lnTo>
                <a:cubicBezTo>
                  <a:pt x="1887189" y="2674584"/>
                  <a:pt x="1842715" y="2719058"/>
                  <a:pt x="1787853" y="2719058"/>
                </a:cubicBezTo>
                <a:cubicBezTo>
                  <a:pt x="1732991" y="2719058"/>
                  <a:pt x="1688517" y="2674584"/>
                  <a:pt x="1688517" y="2619722"/>
                </a:cubicBezTo>
                <a:lnTo>
                  <a:pt x="1688517" y="1730093"/>
                </a:lnTo>
                <a:cubicBezTo>
                  <a:pt x="1688517" y="1710960"/>
                  <a:pt x="1693926" y="1693091"/>
                  <a:pt x="1704798" y="1678857"/>
                </a:cubicBezTo>
                <a:cubicBezTo>
                  <a:pt x="1659024" y="1659660"/>
                  <a:pt x="1616387" y="1633873"/>
                  <a:pt x="1576823" y="1603655"/>
                </a:cubicBezTo>
                <a:lnTo>
                  <a:pt x="1576823" y="2619723"/>
                </a:lnTo>
                <a:cubicBezTo>
                  <a:pt x="1576823" y="2674585"/>
                  <a:pt x="1532349" y="2719059"/>
                  <a:pt x="1477487" y="2719059"/>
                </a:cubicBezTo>
                <a:cubicBezTo>
                  <a:pt x="1422625" y="2719059"/>
                  <a:pt x="1378151" y="2674585"/>
                  <a:pt x="1378151" y="2619723"/>
                </a:cubicBezTo>
                <a:lnTo>
                  <a:pt x="1378151" y="1615564"/>
                </a:lnTo>
                <a:cubicBezTo>
                  <a:pt x="1313743" y="1650180"/>
                  <a:pt x="1240907" y="1668612"/>
                  <a:pt x="1165758" y="1668570"/>
                </a:cubicBezTo>
                <a:lnTo>
                  <a:pt x="1143358" y="1665899"/>
                </a:lnTo>
                <a:cubicBezTo>
                  <a:pt x="1108602" y="1733381"/>
                  <a:pt x="1056017" y="1769960"/>
                  <a:pt x="1011125" y="1833465"/>
                </a:cubicBezTo>
                <a:cubicBezTo>
                  <a:pt x="1085923" y="1955011"/>
                  <a:pt x="1155109" y="2070947"/>
                  <a:pt x="1128931" y="2203713"/>
                </a:cubicBezTo>
                <a:cubicBezTo>
                  <a:pt x="1056003" y="2502904"/>
                  <a:pt x="702585" y="2768434"/>
                  <a:pt x="360386" y="2495424"/>
                </a:cubicBezTo>
                <a:cubicBezTo>
                  <a:pt x="109814" y="2302820"/>
                  <a:pt x="-34170" y="2048508"/>
                  <a:pt x="6967" y="1356631"/>
                </a:cubicBezTo>
                <a:cubicBezTo>
                  <a:pt x="23797" y="919066"/>
                  <a:pt x="259409" y="324425"/>
                  <a:pt x="769903" y="296376"/>
                </a:cubicBezTo>
                <a:cubicBezTo>
                  <a:pt x="805198" y="294506"/>
                  <a:pt x="837951" y="293863"/>
                  <a:pt x="868458" y="294415"/>
                </a:cubicBezTo>
                <a:cubicBezTo>
                  <a:pt x="1082006" y="298276"/>
                  <a:pt x="1185497" y="360655"/>
                  <a:pt x="1280395" y="470280"/>
                </a:cubicBezTo>
                <a:cubicBezTo>
                  <a:pt x="1381371" y="618005"/>
                  <a:pt x="1314053" y="1074271"/>
                  <a:pt x="1089661" y="1182727"/>
                </a:cubicBezTo>
                <a:cubicBezTo>
                  <a:pt x="1098183" y="1209798"/>
                  <a:pt x="1109125" y="1235256"/>
                  <a:pt x="1120578" y="1259840"/>
                </a:cubicBezTo>
                <a:cubicBezTo>
                  <a:pt x="1123656" y="1260899"/>
                  <a:pt x="1126770" y="1260948"/>
                  <a:pt x="1129891" y="1260950"/>
                </a:cubicBezTo>
                <a:cubicBezTo>
                  <a:pt x="1227949" y="1261006"/>
                  <a:pt x="1320161" y="1214330"/>
                  <a:pt x="1378151" y="1135267"/>
                </a:cubicBezTo>
                <a:lnTo>
                  <a:pt x="1378151" y="118395"/>
                </a:lnTo>
                <a:cubicBezTo>
                  <a:pt x="1378151" y="63533"/>
                  <a:pt x="1422625" y="19059"/>
                  <a:pt x="1477487" y="19059"/>
                </a:cubicBezTo>
                <a:cubicBezTo>
                  <a:pt x="1532349" y="19059"/>
                  <a:pt x="1576823" y="63533"/>
                  <a:pt x="1576823" y="118395"/>
                </a:cubicBezTo>
                <a:lnTo>
                  <a:pt x="1576823" y="1413063"/>
                </a:lnTo>
                <a:cubicBezTo>
                  <a:pt x="1680597" y="1536757"/>
                  <a:pt x="1834575" y="1607590"/>
                  <a:pt x="1997786" y="1608484"/>
                </a:cubicBezTo>
                <a:lnTo>
                  <a:pt x="2057480" y="1605248"/>
                </a:lnTo>
                <a:cubicBezTo>
                  <a:pt x="2038910" y="1561698"/>
                  <a:pt x="2027992" y="1505121"/>
                  <a:pt x="2028624" y="1424801"/>
                </a:cubicBezTo>
                <a:lnTo>
                  <a:pt x="2034537" y="1382501"/>
                </a:lnTo>
                <a:cubicBezTo>
                  <a:pt x="1972012" y="1367348"/>
                  <a:pt x="1912047" y="1342676"/>
                  <a:pt x="1856155" y="1310037"/>
                </a:cubicBezTo>
                <a:cubicBezTo>
                  <a:pt x="1840993" y="1344880"/>
                  <a:pt x="1806188" y="1369059"/>
                  <a:pt x="1765736" y="1369059"/>
                </a:cubicBezTo>
                <a:cubicBezTo>
                  <a:pt x="1710874" y="1369059"/>
                  <a:pt x="1666400" y="1324585"/>
                  <a:pt x="1666400" y="1269723"/>
                </a:cubicBezTo>
                <a:lnTo>
                  <a:pt x="1666400" y="99336"/>
                </a:lnTo>
                <a:cubicBezTo>
                  <a:pt x="1666400" y="44474"/>
                  <a:pt x="1710874" y="0"/>
                  <a:pt x="1765736"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1" name="Google Shape;191;p37"/>
          <p:cNvSpPr/>
          <p:nvPr/>
        </p:nvSpPr>
        <p:spPr>
          <a:xfrm rot="-2700000">
            <a:off x="6113015" y="4221321"/>
            <a:ext cx="257870" cy="239801"/>
          </a:xfrm>
          <a:custGeom>
            <a:avLst/>
            <a:gdLst/>
            <a:ahLst/>
            <a:cxnLst/>
            <a:rect l="l" t="t" r="r" b="b"/>
            <a:pathLst>
              <a:path w="3552042" h="3031575" extrusionOk="0">
                <a:moveTo>
                  <a:pt x="1499560" y="1284945"/>
                </a:moveTo>
                <a:lnTo>
                  <a:pt x="1272419" y="1057805"/>
                </a:lnTo>
                <a:lnTo>
                  <a:pt x="1054631" y="1275593"/>
                </a:lnTo>
                <a:lnTo>
                  <a:pt x="836843" y="1057805"/>
                </a:lnTo>
                <a:lnTo>
                  <a:pt x="609703" y="1284945"/>
                </a:lnTo>
                <a:lnTo>
                  <a:pt x="827491" y="1502733"/>
                </a:lnTo>
                <a:lnTo>
                  <a:pt x="609703" y="1720522"/>
                </a:lnTo>
                <a:lnTo>
                  <a:pt x="836843" y="1947662"/>
                </a:lnTo>
                <a:lnTo>
                  <a:pt x="1054631" y="1729874"/>
                </a:lnTo>
                <a:lnTo>
                  <a:pt x="1272419" y="1947662"/>
                </a:lnTo>
                <a:lnTo>
                  <a:pt x="1499560" y="1720522"/>
                </a:lnTo>
                <a:lnTo>
                  <a:pt x="1281771" y="1502733"/>
                </a:lnTo>
                <a:close/>
                <a:moveTo>
                  <a:pt x="3552042" y="1021270"/>
                </a:moveTo>
                <a:cubicBezTo>
                  <a:pt x="3346428" y="1488389"/>
                  <a:pt x="3240687" y="1885112"/>
                  <a:pt x="3146822" y="2229032"/>
                </a:cubicBezTo>
                <a:cubicBezTo>
                  <a:pt x="3047091" y="2666397"/>
                  <a:pt x="2787512" y="3031575"/>
                  <a:pt x="2344279" y="3031575"/>
                </a:cubicBezTo>
                <a:cubicBezTo>
                  <a:pt x="1991740" y="3031575"/>
                  <a:pt x="1692293" y="2804263"/>
                  <a:pt x="1587926" y="2487045"/>
                </a:cubicBezTo>
                <a:cubicBezTo>
                  <a:pt x="1859795" y="2308350"/>
                  <a:pt x="2033031" y="1980125"/>
                  <a:pt x="2117061" y="1611614"/>
                </a:cubicBezTo>
                <a:cubicBezTo>
                  <a:pt x="2127904" y="1571883"/>
                  <a:pt x="2138872" y="1531598"/>
                  <a:pt x="2150086" y="1490753"/>
                </a:cubicBezTo>
                <a:cubicBezTo>
                  <a:pt x="2212338" y="1465032"/>
                  <a:pt x="2277652" y="1444164"/>
                  <a:pt x="2344279" y="1426490"/>
                </a:cubicBezTo>
                <a:cubicBezTo>
                  <a:pt x="2764465" y="1315024"/>
                  <a:pt x="3073190" y="1226884"/>
                  <a:pt x="3552042" y="1021270"/>
                </a:cubicBezTo>
                <a:close/>
                <a:moveTo>
                  <a:pt x="2557365" y="0"/>
                </a:moveTo>
                <a:cubicBezTo>
                  <a:pt x="2295797" y="594236"/>
                  <a:pt x="2161281" y="1098917"/>
                  <a:pt x="2041873" y="1536428"/>
                </a:cubicBezTo>
                <a:cubicBezTo>
                  <a:pt x="1915003" y="2092812"/>
                  <a:pt x="1584785" y="2557364"/>
                  <a:pt x="1020937" y="2557364"/>
                </a:cubicBezTo>
                <a:cubicBezTo>
                  <a:pt x="457089" y="2557364"/>
                  <a:pt x="0" y="2100276"/>
                  <a:pt x="0" y="1536428"/>
                </a:cubicBezTo>
                <a:cubicBezTo>
                  <a:pt x="0" y="972580"/>
                  <a:pt x="475939" y="660066"/>
                  <a:pt x="1020937" y="515492"/>
                </a:cubicBezTo>
                <a:cubicBezTo>
                  <a:pt x="1555467" y="373694"/>
                  <a:pt x="1948204" y="261568"/>
                  <a:pt x="2557365"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2" name="Google Shape;192;p37"/>
          <p:cNvSpPr/>
          <p:nvPr/>
        </p:nvSpPr>
        <p:spPr>
          <a:xfrm>
            <a:off x="6475051" y="3656510"/>
            <a:ext cx="311281" cy="253447"/>
          </a:xfrm>
          <a:custGeom>
            <a:avLst/>
            <a:gdLst/>
            <a:ahLst/>
            <a:cxnLst/>
            <a:rect l="l" t="t" r="r" b="b"/>
            <a:pathLst>
              <a:path w="3246245" h="2425805" extrusionOk="0">
                <a:moveTo>
                  <a:pt x="2545666" y="706851"/>
                </a:moveTo>
                <a:cubicBezTo>
                  <a:pt x="2704742" y="706851"/>
                  <a:pt x="2833698" y="835807"/>
                  <a:pt x="2833698" y="994883"/>
                </a:cubicBezTo>
                <a:cubicBezTo>
                  <a:pt x="2833698" y="1153959"/>
                  <a:pt x="2704742" y="1282915"/>
                  <a:pt x="2545666" y="1282915"/>
                </a:cubicBezTo>
                <a:cubicBezTo>
                  <a:pt x="2386590" y="1282915"/>
                  <a:pt x="2257634" y="1153959"/>
                  <a:pt x="2257634" y="994883"/>
                </a:cubicBezTo>
                <a:cubicBezTo>
                  <a:pt x="2257634" y="835807"/>
                  <a:pt x="2386590" y="706851"/>
                  <a:pt x="2545666" y="706851"/>
                </a:cubicBezTo>
                <a:close/>
                <a:moveTo>
                  <a:pt x="700580" y="706851"/>
                </a:moveTo>
                <a:cubicBezTo>
                  <a:pt x="859656" y="706851"/>
                  <a:pt x="988612" y="835807"/>
                  <a:pt x="988612" y="994883"/>
                </a:cubicBezTo>
                <a:cubicBezTo>
                  <a:pt x="988612" y="1153959"/>
                  <a:pt x="859656" y="1282915"/>
                  <a:pt x="700580" y="1282915"/>
                </a:cubicBezTo>
                <a:cubicBezTo>
                  <a:pt x="541504" y="1282915"/>
                  <a:pt x="412548" y="1153959"/>
                  <a:pt x="412548" y="994883"/>
                </a:cubicBezTo>
                <a:cubicBezTo>
                  <a:pt x="412548" y="835807"/>
                  <a:pt x="541504" y="706851"/>
                  <a:pt x="700580" y="706851"/>
                </a:cubicBezTo>
                <a:close/>
                <a:moveTo>
                  <a:pt x="1619971" y="0"/>
                </a:moveTo>
                <a:cubicBezTo>
                  <a:pt x="1621025" y="5"/>
                  <a:pt x="1622076" y="12"/>
                  <a:pt x="1623123" y="141"/>
                </a:cubicBezTo>
                <a:cubicBezTo>
                  <a:pt x="1624170" y="12"/>
                  <a:pt x="1625221" y="5"/>
                  <a:pt x="1626275" y="0"/>
                </a:cubicBezTo>
                <a:lnTo>
                  <a:pt x="1626274" y="282"/>
                </a:lnTo>
                <a:cubicBezTo>
                  <a:pt x="1966825" y="4283"/>
                  <a:pt x="1974816" y="220494"/>
                  <a:pt x="2177568" y="171426"/>
                </a:cubicBezTo>
                <a:cubicBezTo>
                  <a:pt x="2600959" y="50212"/>
                  <a:pt x="2963165" y="85364"/>
                  <a:pt x="3172404" y="310875"/>
                </a:cubicBezTo>
                <a:cubicBezTo>
                  <a:pt x="3300075" y="473051"/>
                  <a:pt x="3301971" y="794993"/>
                  <a:pt x="2851767" y="1164523"/>
                </a:cubicBezTo>
                <a:cubicBezTo>
                  <a:pt x="2918303" y="1029844"/>
                  <a:pt x="2927052" y="857771"/>
                  <a:pt x="2799829" y="746887"/>
                </a:cubicBezTo>
                <a:cubicBezTo>
                  <a:pt x="3115459" y="786295"/>
                  <a:pt x="3165949" y="533368"/>
                  <a:pt x="3049873" y="419809"/>
                </a:cubicBezTo>
                <a:cubicBezTo>
                  <a:pt x="2811516" y="207658"/>
                  <a:pt x="2338612" y="298041"/>
                  <a:pt x="2253222" y="493802"/>
                </a:cubicBezTo>
                <a:cubicBezTo>
                  <a:pt x="2139861" y="783555"/>
                  <a:pt x="2165869" y="1185485"/>
                  <a:pt x="2076302" y="1369861"/>
                </a:cubicBezTo>
                <a:cubicBezTo>
                  <a:pt x="1906668" y="1634081"/>
                  <a:pt x="1716639" y="1881305"/>
                  <a:pt x="1713569" y="2080938"/>
                </a:cubicBezTo>
                <a:cubicBezTo>
                  <a:pt x="1706472" y="2158984"/>
                  <a:pt x="1709123" y="2405980"/>
                  <a:pt x="1625847" y="2423204"/>
                </a:cubicBezTo>
                <a:cubicBezTo>
                  <a:pt x="1625847" y="2424071"/>
                  <a:pt x="1625843" y="2424938"/>
                  <a:pt x="1625839" y="2425805"/>
                </a:cubicBezTo>
                <a:lnTo>
                  <a:pt x="1623123" y="2424507"/>
                </a:lnTo>
                <a:lnTo>
                  <a:pt x="1620407" y="2425805"/>
                </a:lnTo>
                <a:cubicBezTo>
                  <a:pt x="1620403" y="2424938"/>
                  <a:pt x="1620399" y="2424071"/>
                  <a:pt x="1620399" y="2423204"/>
                </a:cubicBezTo>
                <a:cubicBezTo>
                  <a:pt x="1537123" y="2405980"/>
                  <a:pt x="1539774" y="2158984"/>
                  <a:pt x="1532677" y="2080938"/>
                </a:cubicBezTo>
                <a:cubicBezTo>
                  <a:pt x="1529607" y="1881305"/>
                  <a:pt x="1339578" y="1634081"/>
                  <a:pt x="1169944" y="1369861"/>
                </a:cubicBezTo>
                <a:cubicBezTo>
                  <a:pt x="1080377" y="1185485"/>
                  <a:pt x="1106385" y="783555"/>
                  <a:pt x="993024" y="493802"/>
                </a:cubicBezTo>
                <a:cubicBezTo>
                  <a:pt x="907634" y="298041"/>
                  <a:pt x="434730" y="207658"/>
                  <a:pt x="196373" y="419809"/>
                </a:cubicBezTo>
                <a:cubicBezTo>
                  <a:pt x="80297" y="533368"/>
                  <a:pt x="130787" y="786295"/>
                  <a:pt x="446417" y="746887"/>
                </a:cubicBezTo>
                <a:cubicBezTo>
                  <a:pt x="319194" y="857771"/>
                  <a:pt x="327943" y="1029844"/>
                  <a:pt x="394479" y="1164523"/>
                </a:cubicBezTo>
                <a:cubicBezTo>
                  <a:pt x="-55725" y="794993"/>
                  <a:pt x="-53829" y="473051"/>
                  <a:pt x="73842" y="310875"/>
                </a:cubicBezTo>
                <a:cubicBezTo>
                  <a:pt x="283081" y="85364"/>
                  <a:pt x="645287" y="50212"/>
                  <a:pt x="1068678" y="171426"/>
                </a:cubicBezTo>
                <a:cubicBezTo>
                  <a:pt x="1271430" y="220494"/>
                  <a:pt x="1279421" y="4283"/>
                  <a:pt x="1619972" y="282"/>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3" name="Google Shape;193;p37"/>
          <p:cNvSpPr/>
          <p:nvPr/>
        </p:nvSpPr>
        <p:spPr>
          <a:xfrm>
            <a:off x="7338152" y="3708901"/>
            <a:ext cx="266385" cy="148665"/>
          </a:xfrm>
          <a:custGeom>
            <a:avLst/>
            <a:gdLst/>
            <a:ahLst/>
            <a:cxnLst/>
            <a:rect l="l" t="t" r="r" b="b"/>
            <a:pathLst>
              <a:path w="3372524" h="1727404" extrusionOk="0">
                <a:moveTo>
                  <a:pt x="1758003" y="666958"/>
                </a:moveTo>
                <a:cubicBezTo>
                  <a:pt x="1703684" y="666958"/>
                  <a:pt x="1659649" y="710993"/>
                  <a:pt x="1659649" y="765312"/>
                </a:cubicBezTo>
                <a:cubicBezTo>
                  <a:pt x="1659649" y="819631"/>
                  <a:pt x="1703684" y="863666"/>
                  <a:pt x="1758003" y="863666"/>
                </a:cubicBezTo>
                <a:cubicBezTo>
                  <a:pt x="1812322" y="863666"/>
                  <a:pt x="1856357" y="819631"/>
                  <a:pt x="1856357" y="765312"/>
                </a:cubicBezTo>
                <a:cubicBezTo>
                  <a:pt x="1856357" y="710993"/>
                  <a:pt x="1812322" y="666958"/>
                  <a:pt x="1758003" y="666958"/>
                </a:cubicBezTo>
                <a:close/>
                <a:moveTo>
                  <a:pt x="1686261" y="586208"/>
                </a:moveTo>
                <a:cubicBezTo>
                  <a:pt x="1849880" y="586208"/>
                  <a:pt x="1982519" y="718847"/>
                  <a:pt x="1982519" y="882466"/>
                </a:cubicBezTo>
                <a:cubicBezTo>
                  <a:pt x="1982519" y="1046085"/>
                  <a:pt x="1849880" y="1178724"/>
                  <a:pt x="1686261" y="1178724"/>
                </a:cubicBezTo>
                <a:cubicBezTo>
                  <a:pt x="1522642" y="1178724"/>
                  <a:pt x="1390003" y="1046085"/>
                  <a:pt x="1390003" y="882466"/>
                </a:cubicBezTo>
                <a:cubicBezTo>
                  <a:pt x="1390003" y="718847"/>
                  <a:pt x="1522642" y="586208"/>
                  <a:pt x="1686261" y="586208"/>
                </a:cubicBezTo>
                <a:close/>
                <a:moveTo>
                  <a:pt x="1686262" y="448985"/>
                </a:moveTo>
                <a:cubicBezTo>
                  <a:pt x="1446857" y="448985"/>
                  <a:pt x="1252780" y="643062"/>
                  <a:pt x="1252780" y="882467"/>
                </a:cubicBezTo>
                <a:cubicBezTo>
                  <a:pt x="1252780" y="1121872"/>
                  <a:pt x="1446857" y="1315949"/>
                  <a:pt x="1686262" y="1315949"/>
                </a:cubicBezTo>
                <a:cubicBezTo>
                  <a:pt x="1925667" y="1315949"/>
                  <a:pt x="2119744" y="1121872"/>
                  <a:pt x="2119744" y="882467"/>
                </a:cubicBezTo>
                <a:cubicBezTo>
                  <a:pt x="2119744" y="643062"/>
                  <a:pt x="1925667" y="448985"/>
                  <a:pt x="1686262" y="448985"/>
                </a:cubicBezTo>
                <a:close/>
                <a:moveTo>
                  <a:pt x="1893261" y="271274"/>
                </a:moveTo>
                <a:cubicBezTo>
                  <a:pt x="2150128" y="355123"/>
                  <a:pt x="2334334" y="597283"/>
                  <a:pt x="2334334" y="882467"/>
                </a:cubicBezTo>
                <a:cubicBezTo>
                  <a:pt x="2334334" y="1103921"/>
                  <a:pt x="2223259" y="1299432"/>
                  <a:pt x="2053457" y="1415856"/>
                </a:cubicBezTo>
                <a:cubicBezTo>
                  <a:pt x="2494577" y="1286853"/>
                  <a:pt x="2931337" y="1005905"/>
                  <a:pt x="2940842" y="882353"/>
                </a:cubicBezTo>
                <a:lnTo>
                  <a:pt x="2946401" y="882364"/>
                </a:lnTo>
                <a:lnTo>
                  <a:pt x="2943679" y="877137"/>
                </a:lnTo>
                <a:lnTo>
                  <a:pt x="2946401" y="872130"/>
                </a:lnTo>
                <a:lnTo>
                  <a:pt x="2941077" y="872141"/>
                </a:lnTo>
                <a:cubicBezTo>
                  <a:pt x="2875996" y="732702"/>
                  <a:pt x="2369865" y="377972"/>
                  <a:pt x="1893261" y="271274"/>
                </a:cubicBezTo>
                <a:close/>
                <a:moveTo>
                  <a:pt x="1525754" y="256843"/>
                </a:moveTo>
                <a:cubicBezTo>
                  <a:pt x="984953" y="339274"/>
                  <a:pt x="426123" y="752145"/>
                  <a:pt x="426123" y="877021"/>
                </a:cubicBezTo>
                <a:lnTo>
                  <a:pt x="426123" y="877247"/>
                </a:lnTo>
                <a:cubicBezTo>
                  <a:pt x="439083" y="984175"/>
                  <a:pt x="877625" y="1311577"/>
                  <a:pt x="1355183" y="1436828"/>
                </a:cubicBezTo>
                <a:cubicBezTo>
                  <a:pt x="1164798" y="1325758"/>
                  <a:pt x="1038190" y="1118898"/>
                  <a:pt x="1038190" y="882467"/>
                </a:cubicBezTo>
                <a:cubicBezTo>
                  <a:pt x="1038190" y="580157"/>
                  <a:pt x="1245184" y="326193"/>
                  <a:pt x="1525754" y="256843"/>
                </a:cubicBezTo>
                <a:close/>
                <a:moveTo>
                  <a:pt x="1682713" y="0"/>
                </a:moveTo>
                <a:cubicBezTo>
                  <a:pt x="2385858" y="36225"/>
                  <a:pt x="3265322" y="653066"/>
                  <a:pt x="3365400" y="875412"/>
                </a:cubicBezTo>
                <a:lnTo>
                  <a:pt x="3372524" y="875397"/>
                </a:lnTo>
                <a:lnTo>
                  <a:pt x="3368881" y="882344"/>
                </a:lnTo>
                <a:lnTo>
                  <a:pt x="3372524" y="889597"/>
                </a:lnTo>
                <a:lnTo>
                  <a:pt x="3365086" y="889581"/>
                </a:lnTo>
                <a:cubicBezTo>
                  <a:pt x="3348713" y="1110249"/>
                  <a:pt x="2385134" y="1692746"/>
                  <a:pt x="1682713" y="1727404"/>
                </a:cubicBezTo>
                <a:cubicBezTo>
                  <a:pt x="901706" y="1708470"/>
                  <a:pt x="21301" y="1064732"/>
                  <a:pt x="0" y="882497"/>
                </a:cubicBezTo>
                <a:lnTo>
                  <a:pt x="0" y="882184"/>
                </a:lnTo>
                <a:cubicBezTo>
                  <a:pt x="0" y="691908"/>
                  <a:pt x="901706" y="19770"/>
                  <a:pt x="1682713"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4" name="Google Shape;194;p37"/>
          <p:cNvSpPr/>
          <p:nvPr/>
        </p:nvSpPr>
        <p:spPr>
          <a:xfrm>
            <a:off x="6144215" y="3649989"/>
            <a:ext cx="195469" cy="266488"/>
          </a:xfrm>
          <a:custGeom>
            <a:avLst/>
            <a:gdLst/>
            <a:ahLst/>
            <a:cxnLst/>
            <a:rect l="l" t="t" r="r" b="b"/>
            <a:pathLst>
              <a:path w="2427821" h="3249943" extrusionOk="0">
                <a:moveTo>
                  <a:pt x="1783445" y="477276"/>
                </a:moveTo>
                <a:cubicBezTo>
                  <a:pt x="1867295" y="479049"/>
                  <a:pt x="1940306" y="495815"/>
                  <a:pt x="1995323" y="528655"/>
                </a:cubicBezTo>
                <a:cubicBezTo>
                  <a:pt x="2375187" y="892595"/>
                  <a:pt x="1478983" y="963108"/>
                  <a:pt x="1620010" y="1047270"/>
                </a:cubicBezTo>
                <a:cubicBezTo>
                  <a:pt x="1920260" y="1267909"/>
                  <a:pt x="2179568" y="1563610"/>
                  <a:pt x="2275102" y="1879783"/>
                </a:cubicBezTo>
                <a:cubicBezTo>
                  <a:pt x="2386559" y="2264195"/>
                  <a:pt x="2620845" y="2969329"/>
                  <a:pt x="2118153" y="3196792"/>
                </a:cubicBezTo>
                <a:cubicBezTo>
                  <a:pt x="862559" y="3474297"/>
                  <a:pt x="146052" y="2612212"/>
                  <a:pt x="9574" y="1838839"/>
                </a:cubicBezTo>
                <a:cubicBezTo>
                  <a:pt x="-38192" y="1613652"/>
                  <a:pt x="98284" y="1313401"/>
                  <a:pt x="296177" y="1170100"/>
                </a:cubicBezTo>
                <a:cubicBezTo>
                  <a:pt x="391711" y="1081390"/>
                  <a:pt x="330296" y="876673"/>
                  <a:pt x="323472" y="671956"/>
                </a:cubicBezTo>
                <a:cubicBezTo>
                  <a:pt x="296177" y="474063"/>
                  <a:pt x="760199" y="351234"/>
                  <a:pt x="664666" y="1211043"/>
                </a:cubicBezTo>
                <a:cubicBezTo>
                  <a:pt x="853176" y="743465"/>
                  <a:pt x="1420091" y="469595"/>
                  <a:pt x="1783445" y="477276"/>
                </a:cubicBezTo>
                <a:close/>
                <a:moveTo>
                  <a:pt x="1024970" y="33"/>
                </a:moveTo>
                <a:cubicBezTo>
                  <a:pt x="1115949" y="3590"/>
                  <a:pt x="1140206" y="286408"/>
                  <a:pt x="1176458" y="269348"/>
                </a:cubicBezTo>
                <a:cubicBezTo>
                  <a:pt x="1251521" y="278446"/>
                  <a:pt x="1265168" y="21414"/>
                  <a:pt x="1401646" y="44160"/>
                </a:cubicBezTo>
                <a:cubicBezTo>
                  <a:pt x="1469884" y="71456"/>
                  <a:pt x="1374351" y="221581"/>
                  <a:pt x="1360703" y="310292"/>
                </a:cubicBezTo>
                <a:lnTo>
                  <a:pt x="1517652" y="453593"/>
                </a:lnTo>
                <a:cubicBezTo>
                  <a:pt x="974016" y="540030"/>
                  <a:pt x="901229" y="790238"/>
                  <a:pt x="753379" y="951737"/>
                </a:cubicBezTo>
                <a:lnTo>
                  <a:pt x="705610" y="644662"/>
                </a:lnTo>
                <a:lnTo>
                  <a:pt x="787497" y="521832"/>
                </a:lnTo>
                <a:cubicBezTo>
                  <a:pt x="712435" y="433122"/>
                  <a:pt x="446303" y="364883"/>
                  <a:pt x="562310" y="255701"/>
                </a:cubicBezTo>
                <a:cubicBezTo>
                  <a:pt x="739730" y="98751"/>
                  <a:pt x="862560" y="337587"/>
                  <a:pt x="1012685" y="378530"/>
                </a:cubicBezTo>
                <a:cubicBezTo>
                  <a:pt x="1010410" y="253426"/>
                  <a:pt x="796596" y="101025"/>
                  <a:pt x="1005861" y="3217"/>
                </a:cubicBezTo>
                <a:cubicBezTo>
                  <a:pt x="1012543" y="800"/>
                  <a:pt x="1018905" y="-204"/>
                  <a:pt x="1024970" y="33"/>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5" name="Google Shape;195;p37"/>
          <p:cNvSpPr/>
          <p:nvPr/>
        </p:nvSpPr>
        <p:spPr>
          <a:xfrm>
            <a:off x="6927308" y="3650546"/>
            <a:ext cx="244685" cy="265374"/>
          </a:xfrm>
          <a:custGeom>
            <a:avLst/>
            <a:gdLst/>
            <a:ahLst/>
            <a:cxnLst/>
            <a:rect l="l" t="t" r="r" b="b"/>
            <a:pathLst>
              <a:path w="3229769" h="3214867" extrusionOk="0">
                <a:moveTo>
                  <a:pt x="388922" y="0"/>
                </a:moveTo>
                <a:cubicBezTo>
                  <a:pt x="481031" y="0"/>
                  <a:pt x="564991" y="34887"/>
                  <a:pt x="627459" y="93109"/>
                </a:cubicBezTo>
                <a:cubicBezTo>
                  <a:pt x="689927" y="34887"/>
                  <a:pt x="773888" y="0"/>
                  <a:pt x="865996" y="0"/>
                </a:cubicBezTo>
                <a:cubicBezTo>
                  <a:pt x="958105" y="0"/>
                  <a:pt x="1042065" y="34887"/>
                  <a:pt x="1104533" y="93109"/>
                </a:cubicBezTo>
                <a:cubicBezTo>
                  <a:pt x="1167001" y="34887"/>
                  <a:pt x="1250962" y="0"/>
                  <a:pt x="1343070" y="0"/>
                </a:cubicBezTo>
                <a:cubicBezTo>
                  <a:pt x="1435179" y="0"/>
                  <a:pt x="1519139" y="34887"/>
                  <a:pt x="1581607" y="93109"/>
                </a:cubicBezTo>
                <a:cubicBezTo>
                  <a:pt x="1644075" y="34887"/>
                  <a:pt x="1728036" y="0"/>
                  <a:pt x="1820144" y="0"/>
                </a:cubicBezTo>
                <a:cubicBezTo>
                  <a:pt x="1912253" y="0"/>
                  <a:pt x="1996213" y="34887"/>
                  <a:pt x="2058681" y="93109"/>
                </a:cubicBezTo>
                <a:cubicBezTo>
                  <a:pt x="2121149" y="34887"/>
                  <a:pt x="2205110" y="0"/>
                  <a:pt x="2297218" y="0"/>
                </a:cubicBezTo>
                <a:cubicBezTo>
                  <a:pt x="2389326" y="0"/>
                  <a:pt x="2473286" y="34887"/>
                  <a:pt x="2535755" y="93108"/>
                </a:cubicBezTo>
                <a:cubicBezTo>
                  <a:pt x="2598223" y="34887"/>
                  <a:pt x="2682183" y="0"/>
                  <a:pt x="2774291" y="0"/>
                </a:cubicBezTo>
                <a:cubicBezTo>
                  <a:pt x="2971429" y="0"/>
                  <a:pt x="3131241" y="159812"/>
                  <a:pt x="3131241" y="356950"/>
                </a:cubicBezTo>
                <a:cubicBezTo>
                  <a:pt x="3131241" y="414550"/>
                  <a:pt x="3117598" y="468963"/>
                  <a:pt x="3092026" y="516460"/>
                </a:cubicBezTo>
                <a:cubicBezTo>
                  <a:pt x="3176259" y="580602"/>
                  <a:pt x="3229769" y="682177"/>
                  <a:pt x="3229769" y="796250"/>
                </a:cubicBezTo>
                <a:cubicBezTo>
                  <a:pt x="3229769" y="902465"/>
                  <a:pt x="3183377" y="997845"/>
                  <a:pt x="3108820" y="1062184"/>
                </a:cubicBezTo>
                <a:cubicBezTo>
                  <a:pt x="3183377" y="1126523"/>
                  <a:pt x="3229769" y="1221903"/>
                  <a:pt x="3229769" y="1328118"/>
                </a:cubicBezTo>
                <a:cubicBezTo>
                  <a:pt x="3229769" y="1434333"/>
                  <a:pt x="3183377" y="1529713"/>
                  <a:pt x="3108820" y="1594052"/>
                </a:cubicBezTo>
                <a:cubicBezTo>
                  <a:pt x="3183377" y="1658391"/>
                  <a:pt x="3229769" y="1753771"/>
                  <a:pt x="3229769" y="1859986"/>
                </a:cubicBezTo>
                <a:cubicBezTo>
                  <a:pt x="3229769" y="2057124"/>
                  <a:pt x="3069957" y="2216936"/>
                  <a:pt x="2872819" y="2216936"/>
                </a:cubicBezTo>
                <a:lnTo>
                  <a:pt x="2849067" y="2214542"/>
                </a:lnTo>
                <a:cubicBezTo>
                  <a:pt x="2790894" y="2329236"/>
                  <a:pt x="2671548" y="2406987"/>
                  <a:pt x="2534043" y="2406987"/>
                </a:cubicBezTo>
                <a:cubicBezTo>
                  <a:pt x="2483158" y="2406987"/>
                  <a:pt x="2434760" y="2396340"/>
                  <a:pt x="2391120" y="2376775"/>
                </a:cubicBezTo>
                <a:cubicBezTo>
                  <a:pt x="2326908" y="2456876"/>
                  <a:pt x="2228003" y="2507238"/>
                  <a:pt x="2117336" y="2507238"/>
                </a:cubicBezTo>
                <a:lnTo>
                  <a:pt x="2081608" y="2503636"/>
                </a:lnTo>
                <a:cubicBezTo>
                  <a:pt x="2058765" y="2546355"/>
                  <a:pt x="2027330" y="2583686"/>
                  <a:pt x="1987704" y="2611019"/>
                </a:cubicBezTo>
                <a:cubicBezTo>
                  <a:pt x="2049806" y="2674751"/>
                  <a:pt x="2087711" y="2761907"/>
                  <a:pt x="2087711" y="2857917"/>
                </a:cubicBezTo>
                <a:cubicBezTo>
                  <a:pt x="2087711" y="3055055"/>
                  <a:pt x="1927899" y="3214867"/>
                  <a:pt x="1730761" y="3214867"/>
                </a:cubicBezTo>
                <a:cubicBezTo>
                  <a:pt x="1533623" y="3214867"/>
                  <a:pt x="1373811" y="3055055"/>
                  <a:pt x="1373811" y="2857917"/>
                </a:cubicBezTo>
                <a:cubicBezTo>
                  <a:pt x="1373811" y="2743560"/>
                  <a:pt x="1427588" y="2641764"/>
                  <a:pt x="1512161" y="2577627"/>
                </a:cubicBezTo>
                <a:cubicBezTo>
                  <a:pt x="1450743" y="2514125"/>
                  <a:pt x="1413385" y="2427536"/>
                  <a:pt x="1413385" y="2332221"/>
                </a:cubicBezTo>
                <a:cubicBezTo>
                  <a:pt x="1413385" y="2135083"/>
                  <a:pt x="1573197" y="1975271"/>
                  <a:pt x="1770335" y="1975271"/>
                </a:cubicBezTo>
                <a:lnTo>
                  <a:pt x="1806063" y="1978873"/>
                </a:lnTo>
                <a:cubicBezTo>
                  <a:pt x="1865384" y="1867935"/>
                  <a:pt x="1982649" y="1793338"/>
                  <a:pt x="2117336" y="1793338"/>
                </a:cubicBezTo>
                <a:cubicBezTo>
                  <a:pt x="2168221" y="1793338"/>
                  <a:pt x="2216619" y="1803986"/>
                  <a:pt x="2260259" y="1823550"/>
                </a:cubicBezTo>
                <a:cubicBezTo>
                  <a:pt x="2324471" y="1743450"/>
                  <a:pt x="2423376" y="1693087"/>
                  <a:pt x="2534043" y="1693087"/>
                </a:cubicBezTo>
                <a:lnTo>
                  <a:pt x="2557875" y="1695490"/>
                </a:lnTo>
                <a:cubicBezTo>
                  <a:pt x="2576891" y="1656391"/>
                  <a:pt x="2604151" y="1622242"/>
                  <a:pt x="2636819" y="1594052"/>
                </a:cubicBezTo>
                <a:cubicBezTo>
                  <a:pt x="2562261" y="1529713"/>
                  <a:pt x="2515869" y="1434333"/>
                  <a:pt x="2515869" y="1328118"/>
                </a:cubicBezTo>
                <a:cubicBezTo>
                  <a:pt x="2515869" y="1221903"/>
                  <a:pt x="2562261" y="1126523"/>
                  <a:pt x="2636819" y="1062184"/>
                </a:cubicBezTo>
                <a:cubicBezTo>
                  <a:pt x="2562261" y="997845"/>
                  <a:pt x="2515869" y="902465"/>
                  <a:pt x="2515869" y="796250"/>
                </a:cubicBezTo>
                <a:cubicBezTo>
                  <a:pt x="2515869" y="738650"/>
                  <a:pt x="2529512" y="684237"/>
                  <a:pt x="2555084" y="636740"/>
                </a:cubicBezTo>
                <a:lnTo>
                  <a:pt x="2537209" y="619592"/>
                </a:lnTo>
                <a:cubicBezTo>
                  <a:pt x="2474524" y="678496"/>
                  <a:pt x="2390006" y="713900"/>
                  <a:pt x="2297218" y="713900"/>
                </a:cubicBezTo>
                <a:cubicBezTo>
                  <a:pt x="2205110" y="713900"/>
                  <a:pt x="2121149" y="679013"/>
                  <a:pt x="2058681" y="620791"/>
                </a:cubicBezTo>
                <a:cubicBezTo>
                  <a:pt x="1996213" y="679013"/>
                  <a:pt x="1912253" y="713900"/>
                  <a:pt x="1820144" y="713900"/>
                </a:cubicBezTo>
                <a:cubicBezTo>
                  <a:pt x="1728036" y="713900"/>
                  <a:pt x="1644075" y="679013"/>
                  <a:pt x="1581607" y="620791"/>
                </a:cubicBezTo>
                <a:cubicBezTo>
                  <a:pt x="1519139" y="679013"/>
                  <a:pt x="1435179" y="713900"/>
                  <a:pt x="1343070" y="713900"/>
                </a:cubicBezTo>
                <a:cubicBezTo>
                  <a:pt x="1250962" y="713900"/>
                  <a:pt x="1167001" y="679013"/>
                  <a:pt x="1104533" y="620791"/>
                </a:cubicBezTo>
                <a:cubicBezTo>
                  <a:pt x="1042065" y="679013"/>
                  <a:pt x="958105" y="713900"/>
                  <a:pt x="865996" y="713900"/>
                </a:cubicBezTo>
                <a:cubicBezTo>
                  <a:pt x="773370" y="713900"/>
                  <a:pt x="688985" y="678620"/>
                  <a:pt x="626352" y="619878"/>
                </a:cubicBezTo>
                <a:cubicBezTo>
                  <a:pt x="623659" y="623930"/>
                  <a:pt x="620064" y="626957"/>
                  <a:pt x="616405" y="629911"/>
                </a:cubicBezTo>
                <a:cubicBezTo>
                  <a:pt x="686492" y="694366"/>
                  <a:pt x="729886" y="786957"/>
                  <a:pt x="729886" y="889683"/>
                </a:cubicBezTo>
                <a:cubicBezTo>
                  <a:pt x="729886" y="993972"/>
                  <a:pt x="685162" y="1087815"/>
                  <a:pt x="613058" y="1152216"/>
                </a:cubicBezTo>
                <a:cubicBezTo>
                  <a:pt x="675622" y="1216104"/>
                  <a:pt x="713900" y="1303645"/>
                  <a:pt x="713900" y="1400126"/>
                </a:cubicBezTo>
                <a:cubicBezTo>
                  <a:pt x="713900" y="1487795"/>
                  <a:pt x="682295" y="1568081"/>
                  <a:pt x="628622" y="1629172"/>
                </a:cubicBezTo>
                <a:cubicBezTo>
                  <a:pt x="691419" y="1693140"/>
                  <a:pt x="729886" y="1780874"/>
                  <a:pt x="729886" y="1877593"/>
                </a:cubicBezTo>
                <a:cubicBezTo>
                  <a:pt x="729886" y="2034043"/>
                  <a:pt x="629234" y="2166985"/>
                  <a:pt x="488639" y="2213706"/>
                </a:cubicBezTo>
                <a:lnTo>
                  <a:pt x="488639" y="2375547"/>
                </a:lnTo>
                <a:cubicBezTo>
                  <a:pt x="488639" y="2448277"/>
                  <a:pt x="429679" y="2507237"/>
                  <a:pt x="356949" y="2507237"/>
                </a:cubicBezTo>
                <a:cubicBezTo>
                  <a:pt x="284219" y="2507237"/>
                  <a:pt x="225259" y="2448277"/>
                  <a:pt x="225259" y="2375547"/>
                </a:cubicBezTo>
                <a:lnTo>
                  <a:pt x="225259" y="2201750"/>
                </a:lnTo>
                <a:cubicBezTo>
                  <a:pt x="101654" y="2146256"/>
                  <a:pt x="15986" y="2021929"/>
                  <a:pt x="15986" y="1877593"/>
                </a:cubicBezTo>
                <a:cubicBezTo>
                  <a:pt x="15986" y="1789924"/>
                  <a:pt x="47591" y="1709638"/>
                  <a:pt x="101264" y="1648547"/>
                </a:cubicBezTo>
                <a:cubicBezTo>
                  <a:pt x="38467" y="1584579"/>
                  <a:pt x="0" y="1496845"/>
                  <a:pt x="0" y="1400126"/>
                </a:cubicBezTo>
                <a:cubicBezTo>
                  <a:pt x="0" y="1295837"/>
                  <a:pt x="44724" y="1201994"/>
                  <a:pt x="116828" y="1137593"/>
                </a:cubicBezTo>
                <a:cubicBezTo>
                  <a:pt x="54264" y="1073704"/>
                  <a:pt x="15986" y="986164"/>
                  <a:pt x="15986" y="889683"/>
                </a:cubicBezTo>
                <a:cubicBezTo>
                  <a:pt x="15986" y="779482"/>
                  <a:pt x="65925" y="680945"/>
                  <a:pt x="145453" y="616722"/>
                </a:cubicBezTo>
                <a:cubicBezTo>
                  <a:pt x="75366" y="552267"/>
                  <a:pt x="31972" y="459676"/>
                  <a:pt x="31972" y="356950"/>
                </a:cubicBezTo>
                <a:cubicBezTo>
                  <a:pt x="31972" y="159812"/>
                  <a:pt x="191784" y="0"/>
                  <a:pt x="38892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6" name="Google Shape;196;p37"/>
          <p:cNvSpPr/>
          <p:nvPr/>
        </p:nvSpPr>
        <p:spPr>
          <a:xfrm>
            <a:off x="7792226" y="3679412"/>
            <a:ext cx="143140" cy="207644"/>
          </a:xfrm>
          <a:custGeom>
            <a:avLst/>
            <a:gdLst/>
            <a:ahLst/>
            <a:cxnLst/>
            <a:rect l="l" t="t" r="r" b="b"/>
            <a:pathLst>
              <a:path w="2433593" h="3258388" extrusionOk="0">
                <a:moveTo>
                  <a:pt x="411154" y="23869"/>
                </a:moveTo>
                <a:cubicBezTo>
                  <a:pt x="-257586" y="355964"/>
                  <a:pt x="22194" y="1036078"/>
                  <a:pt x="322444" y="1798077"/>
                </a:cubicBezTo>
                <a:cubicBezTo>
                  <a:pt x="338366" y="2660163"/>
                  <a:pt x="545357" y="3249289"/>
                  <a:pt x="704581" y="3258388"/>
                </a:cubicBezTo>
                <a:cubicBezTo>
                  <a:pt x="1018479" y="3247015"/>
                  <a:pt x="779644" y="1925457"/>
                  <a:pt x="1216372" y="1948202"/>
                </a:cubicBezTo>
                <a:cubicBezTo>
                  <a:pt x="1580313" y="1945929"/>
                  <a:pt x="1473406" y="3281133"/>
                  <a:pt x="1707692" y="3251564"/>
                </a:cubicBezTo>
                <a:cubicBezTo>
                  <a:pt x="2048886" y="3121910"/>
                  <a:pt x="2001118" y="2180214"/>
                  <a:pt x="2144420" y="1750310"/>
                </a:cubicBezTo>
                <a:cubicBezTo>
                  <a:pt x="2451495" y="1080432"/>
                  <a:pt x="2681232" y="64812"/>
                  <a:pt x="1926056" y="17045"/>
                </a:cubicBezTo>
                <a:lnTo>
                  <a:pt x="1175429" y="153522"/>
                </a:lnTo>
                <a:cubicBezTo>
                  <a:pt x="920671" y="110304"/>
                  <a:pt x="679560" y="-62566"/>
                  <a:pt x="411154" y="23869"/>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grpSp>
        <p:nvGrpSpPr>
          <p:cNvPr id="197" name="Google Shape;197;p37"/>
          <p:cNvGrpSpPr/>
          <p:nvPr/>
        </p:nvGrpSpPr>
        <p:grpSpPr>
          <a:xfrm>
            <a:off x="6539300" y="4196098"/>
            <a:ext cx="173279" cy="320473"/>
            <a:chOff x="1960331" y="2060848"/>
            <a:chExt cx="2028872" cy="3463828"/>
          </a:xfrm>
        </p:grpSpPr>
        <p:sp>
          <p:nvSpPr>
            <p:cNvPr id="198" name="Google Shape;198;p37"/>
            <p:cNvSpPr/>
            <p:nvPr/>
          </p:nvSpPr>
          <p:spPr>
            <a:xfrm>
              <a:off x="2483768" y="2060848"/>
              <a:ext cx="1505435" cy="1015754"/>
            </a:xfrm>
            <a:custGeom>
              <a:avLst/>
              <a:gdLst/>
              <a:ahLst/>
              <a:cxnLst/>
              <a:rect l="l" t="t" r="r" b="b"/>
              <a:pathLst>
                <a:path w="1505435" h="1015754" extrusionOk="0">
                  <a:moveTo>
                    <a:pt x="800209" y="204349"/>
                  </a:moveTo>
                  <a:cubicBezTo>
                    <a:pt x="598895" y="140461"/>
                    <a:pt x="302164" y="-50647"/>
                    <a:pt x="196266" y="12686"/>
                  </a:cubicBezTo>
                  <a:cubicBezTo>
                    <a:pt x="103106" y="72064"/>
                    <a:pt x="168969" y="214930"/>
                    <a:pt x="147370" y="306113"/>
                  </a:cubicBezTo>
                  <a:cubicBezTo>
                    <a:pt x="102254" y="376805"/>
                    <a:pt x="-42253" y="455447"/>
                    <a:pt x="12021" y="518188"/>
                  </a:cubicBezTo>
                  <a:cubicBezTo>
                    <a:pt x="164480" y="669383"/>
                    <a:pt x="559454" y="713233"/>
                    <a:pt x="636377" y="741181"/>
                  </a:cubicBezTo>
                  <a:cubicBezTo>
                    <a:pt x="696624" y="733941"/>
                    <a:pt x="677361" y="671042"/>
                    <a:pt x="705803" y="624047"/>
                  </a:cubicBezTo>
                  <a:lnTo>
                    <a:pt x="859369" y="679765"/>
                  </a:lnTo>
                  <a:cubicBezTo>
                    <a:pt x="850034" y="889051"/>
                    <a:pt x="1063333" y="847870"/>
                    <a:pt x="1189170" y="914032"/>
                  </a:cubicBezTo>
                  <a:cubicBezTo>
                    <a:pt x="1618678" y="1176386"/>
                    <a:pt x="1495571" y="862271"/>
                    <a:pt x="1467881" y="742961"/>
                  </a:cubicBezTo>
                  <a:cubicBezTo>
                    <a:pt x="1356424" y="685542"/>
                    <a:pt x="1304603" y="671853"/>
                    <a:pt x="1173267" y="634312"/>
                  </a:cubicBezTo>
                  <a:cubicBezTo>
                    <a:pt x="1199040" y="568902"/>
                    <a:pt x="1292398" y="479637"/>
                    <a:pt x="1250585" y="438081"/>
                  </a:cubicBezTo>
                  <a:cubicBezTo>
                    <a:pt x="1165850" y="405662"/>
                    <a:pt x="1045335" y="381196"/>
                    <a:pt x="964576" y="344802"/>
                  </a:cubicBezTo>
                  <a:cubicBezTo>
                    <a:pt x="930279" y="379871"/>
                    <a:pt x="927786" y="414939"/>
                    <a:pt x="909391" y="450008"/>
                  </a:cubicBezTo>
                  <a:lnTo>
                    <a:pt x="766089" y="388593"/>
                  </a:lnTo>
                  <a:lnTo>
                    <a:pt x="800209" y="20434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199" name="Google Shape;199;p37"/>
            <p:cNvSpPr/>
            <p:nvPr/>
          </p:nvSpPr>
          <p:spPr>
            <a:xfrm rot="-346245">
              <a:off x="2170737" y="2710023"/>
              <a:ext cx="1505435" cy="1015754"/>
            </a:xfrm>
            <a:custGeom>
              <a:avLst/>
              <a:gdLst/>
              <a:ahLst/>
              <a:cxnLst/>
              <a:rect l="l" t="t" r="r" b="b"/>
              <a:pathLst>
                <a:path w="1505435" h="1015754" extrusionOk="0">
                  <a:moveTo>
                    <a:pt x="800209" y="204349"/>
                  </a:moveTo>
                  <a:cubicBezTo>
                    <a:pt x="598895" y="140461"/>
                    <a:pt x="302164" y="-50647"/>
                    <a:pt x="196266" y="12686"/>
                  </a:cubicBezTo>
                  <a:cubicBezTo>
                    <a:pt x="103106" y="72064"/>
                    <a:pt x="168969" y="214930"/>
                    <a:pt x="147370" y="306113"/>
                  </a:cubicBezTo>
                  <a:cubicBezTo>
                    <a:pt x="102254" y="376805"/>
                    <a:pt x="-42253" y="455447"/>
                    <a:pt x="12021" y="518188"/>
                  </a:cubicBezTo>
                  <a:cubicBezTo>
                    <a:pt x="164480" y="669383"/>
                    <a:pt x="559454" y="713233"/>
                    <a:pt x="636377" y="741181"/>
                  </a:cubicBezTo>
                  <a:cubicBezTo>
                    <a:pt x="696624" y="733941"/>
                    <a:pt x="677361" y="671042"/>
                    <a:pt x="705803" y="624047"/>
                  </a:cubicBezTo>
                  <a:lnTo>
                    <a:pt x="859369" y="679765"/>
                  </a:lnTo>
                  <a:cubicBezTo>
                    <a:pt x="850034" y="889051"/>
                    <a:pt x="1063333" y="847870"/>
                    <a:pt x="1189170" y="914032"/>
                  </a:cubicBezTo>
                  <a:cubicBezTo>
                    <a:pt x="1618678" y="1176386"/>
                    <a:pt x="1495571" y="862271"/>
                    <a:pt x="1467881" y="742961"/>
                  </a:cubicBezTo>
                  <a:cubicBezTo>
                    <a:pt x="1356424" y="685542"/>
                    <a:pt x="1304603" y="671853"/>
                    <a:pt x="1173267" y="634312"/>
                  </a:cubicBezTo>
                  <a:cubicBezTo>
                    <a:pt x="1199040" y="568902"/>
                    <a:pt x="1292398" y="479637"/>
                    <a:pt x="1250585" y="438081"/>
                  </a:cubicBezTo>
                  <a:cubicBezTo>
                    <a:pt x="1165850" y="405662"/>
                    <a:pt x="1045335" y="381196"/>
                    <a:pt x="964576" y="344802"/>
                  </a:cubicBezTo>
                  <a:cubicBezTo>
                    <a:pt x="930279" y="379871"/>
                    <a:pt x="927786" y="414939"/>
                    <a:pt x="909391" y="450008"/>
                  </a:cubicBezTo>
                  <a:lnTo>
                    <a:pt x="766089" y="388593"/>
                  </a:lnTo>
                  <a:lnTo>
                    <a:pt x="800209" y="20434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00" name="Google Shape;200;p37"/>
            <p:cNvSpPr/>
            <p:nvPr/>
          </p:nvSpPr>
          <p:spPr>
            <a:xfrm rot="-965355">
              <a:off x="2071598" y="3466865"/>
              <a:ext cx="1505435" cy="1015754"/>
            </a:xfrm>
            <a:custGeom>
              <a:avLst/>
              <a:gdLst/>
              <a:ahLst/>
              <a:cxnLst/>
              <a:rect l="l" t="t" r="r" b="b"/>
              <a:pathLst>
                <a:path w="1505435" h="1015754" extrusionOk="0">
                  <a:moveTo>
                    <a:pt x="800209" y="204349"/>
                  </a:moveTo>
                  <a:cubicBezTo>
                    <a:pt x="598895" y="140461"/>
                    <a:pt x="302164" y="-50647"/>
                    <a:pt x="196266" y="12686"/>
                  </a:cubicBezTo>
                  <a:cubicBezTo>
                    <a:pt x="103106" y="72064"/>
                    <a:pt x="168969" y="214930"/>
                    <a:pt x="147370" y="306113"/>
                  </a:cubicBezTo>
                  <a:cubicBezTo>
                    <a:pt x="102254" y="376805"/>
                    <a:pt x="-42253" y="455447"/>
                    <a:pt x="12021" y="518188"/>
                  </a:cubicBezTo>
                  <a:cubicBezTo>
                    <a:pt x="164480" y="669383"/>
                    <a:pt x="559454" y="713233"/>
                    <a:pt x="636377" y="741181"/>
                  </a:cubicBezTo>
                  <a:cubicBezTo>
                    <a:pt x="696624" y="733941"/>
                    <a:pt x="677361" y="671042"/>
                    <a:pt x="705803" y="624047"/>
                  </a:cubicBezTo>
                  <a:lnTo>
                    <a:pt x="859369" y="679765"/>
                  </a:lnTo>
                  <a:cubicBezTo>
                    <a:pt x="850034" y="889051"/>
                    <a:pt x="1063333" y="847870"/>
                    <a:pt x="1189170" y="914032"/>
                  </a:cubicBezTo>
                  <a:cubicBezTo>
                    <a:pt x="1618678" y="1176386"/>
                    <a:pt x="1495571" y="862271"/>
                    <a:pt x="1467881" y="742961"/>
                  </a:cubicBezTo>
                  <a:cubicBezTo>
                    <a:pt x="1356424" y="685542"/>
                    <a:pt x="1304603" y="671853"/>
                    <a:pt x="1173267" y="634312"/>
                  </a:cubicBezTo>
                  <a:cubicBezTo>
                    <a:pt x="1199040" y="568902"/>
                    <a:pt x="1292398" y="479637"/>
                    <a:pt x="1250585" y="438081"/>
                  </a:cubicBezTo>
                  <a:cubicBezTo>
                    <a:pt x="1165850" y="405662"/>
                    <a:pt x="1045335" y="381196"/>
                    <a:pt x="964576" y="344802"/>
                  </a:cubicBezTo>
                  <a:cubicBezTo>
                    <a:pt x="930279" y="379871"/>
                    <a:pt x="927786" y="414939"/>
                    <a:pt x="909391" y="450008"/>
                  </a:cubicBezTo>
                  <a:lnTo>
                    <a:pt x="766089" y="388593"/>
                  </a:lnTo>
                  <a:lnTo>
                    <a:pt x="800209" y="20434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01" name="Google Shape;201;p37"/>
            <p:cNvSpPr/>
            <p:nvPr/>
          </p:nvSpPr>
          <p:spPr>
            <a:xfrm rot="-1967067">
              <a:off x="2257651" y="4182238"/>
              <a:ext cx="1505435" cy="1015754"/>
            </a:xfrm>
            <a:custGeom>
              <a:avLst/>
              <a:gdLst/>
              <a:ahLst/>
              <a:cxnLst/>
              <a:rect l="l" t="t" r="r" b="b"/>
              <a:pathLst>
                <a:path w="1505435" h="1015754" extrusionOk="0">
                  <a:moveTo>
                    <a:pt x="800209" y="204349"/>
                  </a:moveTo>
                  <a:cubicBezTo>
                    <a:pt x="598895" y="140461"/>
                    <a:pt x="302164" y="-50647"/>
                    <a:pt x="196266" y="12686"/>
                  </a:cubicBezTo>
                  <a:cubicBezTo>
                    <a:pt x="103106" y="72064"/>
                    <a:pt x="168969" y="214930"/>
                    <a:pt x="147370" y="306113"/>
                  </a:cubicBezTo>
                  <a:cubicBezTo>
                    <a:pt x="102254" y="376805"/>
                    <a:pt x="-42253" y="455447"/>
                    <a:pt x="12021" y="518188"/>
                  </a:cubicBezTo>
                  <a:cubicBezTo>
                    <a:pt x="164480" y="669383"/>
                    <a:pt x="559454" y="713233"/>
                    <a:pt x="636377" y="741181"/>
                  </a:cubicBezTo>
                  <a:cubicBezTo>
                    <a:pt x="696624" y="733941"/>
                    <a:pt x="677361" y="671042"/>
                    <a:pt x="705803" y="624047"/>
                  </a:cubicBezTo>
                  <a:lnTo>
                    <a:pt x="859369" y="679765"/>
                  </a:lnTo>
                  <a:cubicBezTo>
                    <a:pt x="850034" y="889051"/>
                    <a:pt x="1063333" y="847870"/>
                    <a:pt x="1189170" y="914032"/>
                  </a:cubicBezTo>
                  <a:cubicBezTo>
                    <a:pt x="1618678" y="1176386"/>
                    <a:pt x="1495571" y="862271"/>
                    <a:pt x="1467881" y="742961"/>
                  </a:cubicBezTo>
                  <a:cubicBezTo>
                    <a:pt x="1356424" y="685542"/>
                    <a:pt x="1304603" y="671853"/>
                    <a:pt x="1173267" y="634312"/>
                  </a:cubicBezTo>
                  <a:cubicBezTo>
                    <a:pt x="1199040" y="568902"/>
                    <a:pt x="1292398" y="479637"/>
                    <a:pt x="1250585" y="438081"/>
                  </a:cubicBezTo>
                  <a:cubicBezTo>
                    <a:pt x="1165850" y="405662"/>
                    <a:pt x="1045335" y="381196"/>
                    <a:pt x="964576" y="344802"/>
                  </a:cubicBezTo>
                  <a:cubicBezTo>
                    <a:pt x="930279" y="379871"/>
                    <a:pt x="927786" y="414939"/>
                    <a:pt x="909391" y="450008"/>
                  </a:cubicBezTo>
                  <a:lnTo>
                    <a:pt x="766089" y="388593"/>
                  </a:lnTo>
                  <a:lnTo>
                    <a:pt x="800209" y="204349"/>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grpSp>
      <p:sp>
        <p:nvSpPr>
          <p:cNvPr id="202" name="Google Shape;202;p37"/>
          <p:cNvSpPr/>
          <p:nvPr/>
        </p:nvSpPr>
        <p:spPr>
          <a:xfrm>
            <a:off x="7006940" y="4196098"/>
            <a:ext cx="85421" cy="290248"/>
          </a:xfrm>
          <a:custGeom>
            <a:avLst/>
            <a:gdLst/>
            <a:ahLst/>
            <a:cxnLst/>
            <a:rect l="l" t="t" r="r" b="b"/>
            <a:pathLst>
              <a:path w="785322" h="2449001" extrusionOk="0">
                <a:moveTo>
                  <a:pt x="413332" y="1331843"/>
                </a:moveTo>
                <a:cubicBezTo>
                  <a:pt x="470316" y="1339795"/>
                  <a:pt x="487545" y="1363648"/>
                  <a:pt x="524651" y="1379551"/>
                </a:cubicBezTo>
                <a:cubicBezTo>
                  <a:pt x="598461" y="1388490"/>
                  <a:pt x="730438" y="1342684"/>
                  <a:pt x="763189" y="1406369"/>
                </a:cubicBezTo>
                <a:cubicBezTo>
                  <a:pt x="860365" y="1644887"/>
                  <a:pt x="606378" y="1660931"/>
                  <a:pt x="601295" y="1785816"/>
                </a:cubicBezTo>
                <a:cubicBezTo>
                  <a:pt x="592018" y="1995200"/>
                  <a:pt x="585610" y="2024932"/>
                  <a:pt x="592236" y="2441050"/>
                </a:cubicBezTo>
                <a:lnTo>
                  <a:pt x="302014" y="2445025"/>
                </a:lnTo>
                <a:cubicBezTo>
                  <a:pt x="266233" y="2198535"/>
                  <a:pt x="340856" y="1660357"/>
                  <a:pt x="211779" y="1721654"/>
                </a:cubicBezTo>
                <a:cubicBezTo>
                  <a:pt x="170697" y="1762736"/>
                  <a:pt x="192021" y="2185283"/>
                  <a:pt x="190696" y="2441050"/>
                </a:cubicBezTo>
                <a:cubicBezTo>
                  <a:pt x="146301" y="2445688"/>
                  <a:pt x="179432" y="2445688"/>
                  <a:pt x="119134" y="2449001"/>
                </a:cubicBezTo>
                <a:cubicBezTo>
                  <a:pt x="103231" y="1623390"/>
                  <a:pt x="60150" y="1875377"/>
                  <a:pt x="8466" y="1749481"/>
                </a:cubicBezTo>
                <a:cubicBezTo>
                  <a:pt x="-31697" y="1604092"/>
                  <a:pt x="83130" y="1642413"/>
                  <a:pt x="100558" y="1641682"/>
                </a:cubicBezTo>
                <a:cubicBezTo>
                  <a:pt x="5622" y="1561516"/>
                  <a:pt x="-3874" y="1450657"/>
                  <a:pt x="71979" y="1389262"/>
                </a:cubicBezTo>
                <a:cubicBezTo>
                  <a:pt x="119567" y="1358010"/>
                  <a:pt x="239728" y="1375575"/>
                  <a:pt x="321892" y="1375575"/>
                </a:cubicBezTo>
                <a:cubicBezTo>
                  <a:pt x="347071" y="1360998"/>
                  <a:pt x="364299" y="1334493"/>
                  <a:pt x="413332" y="1331843"/>
                </a:cubicBezTo>
                <a:close/>
                <a:moveTo>
                  <a:pt x="205946" y="0"/>
                </a:moveTo>
                <a:lnTo>
                  <a:pt x="557659" y="3422"/>
                </a:lnTo>
                <a:cubicBezTo>
                  <a:pt x="580863" y="327547"/>
                  <a:pt x="489978" y="820211"/>
                  <a:pt x="664907" y="938156"/>
                </a:cubicBezTo>
                <a:cubicBezTo>
                  <a:pt x="834535" y="1061401"/>
                  <a:pt x="785141" y="1256861"/>
                  <a:pt x="707529" y="1307990"/>
                </a:cubicBezTo>
                <a:cubicBezTo>
                  <a:pt x="596211" y="1362324"/>
                  <a:pt x="496819" y="1313291"/>
                  <a:pt x="397428" y="1268233"/>
                </a:cubicBezTo>
                <a:cubicBezTo>
                  <a:pt x="324542" y="1317265"/>
                  <a:pt x="192020" y="1358347"/>
                  <a:pt x="87328" y="1288111"/>
                </a:cubicBezTo>
                <a:cubicBezTo>
                  <a:pt x="-33267" y="1184744"/>
                  <a:pt x="58608" y="985670"/>
                  <a:pt x="120893" y="945913"/>
                </a:cubicBezTo>
                <a:cubicBezTo>
                  <a:pt x="259584" y="846619"/>
                  <a:pt x="211126" y="365206"/>
                  <a:pt x="205946"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03" name="Google Shape;203;p37"/>
          <p:cNvSpPr/>
          <p:nvPr/>
        </p:nvSpPr>
        <p:spPr>
          <a:xfrm>
            <a:off x="5252846" y="4189321"/>
            <a:ext cx="252329" cy="303803"/>
          </a:xfrm>
          <a:custGeom>
            <a:avLst/>
            <a:gdLst/>
            <a:ahLst/>
            <a:cxnLst/>
            <a:rect l="l" t="t" r="r" b="b"/>
            <a:pathLst>
              <a:path w="341005" h="376812" extrusionOk="0">
                <a:moveTo>
                  <a:pt x="179590" y="105941"/>
                </a:moveTo>
                <a:cubicBezTo>
                  <a:pt x="189466" y="103284"/>
                  <a:pt x="200229" y="106383"/>
                  <a:pt x="207502" y="113978"/>
                </a:cubicBezTo>
                <a:lnTo>
                  <a:pt x="205155" y="116193"/>
                </a:lnTo>
                <a:cubicBezTo>
                  <a:pt x="198727" y="109493"/>
                  <a:pt x="189244" y="106732"/>
                  <a:pt x="180543" y="109027"/>
                </a:cubicBezTo>
                <a:cubicBezTo>
                  <a:pt x="171284" y="111470"/>
                  <a:pt x="164597" y="119184"/>
                  <a:pt x="163491" y="128699"/>
                </a:cubicBezTo>
                <a:lnTo>
                  <a:pt x="160301" y="128192"/>
                </a:lnTo>
                <a:cubicBezTo>
                  <a:pt x="160626" y="125509"/>
                  <a:pt x="161343" y="122953"/>
                  <a:pt x="162397" y="120583"/>
                </a:cubicBezTo>
                <a:cubicBezTo>
                  <a:pt x="163188" y="118806"/>
                  <a:pt x="164168" y="117134"/>
                  <a:pt x="165317" y="115593"/>
                </a:cubicBezTo>
                <a:close/>
                <a:moveTo>
                  <a:pt x="184774" y="76800"/>
                </a:moveTo>
                <a:cubicBezTo>
                  <a:pt x="189722" y="75892"/>
                  <a:pt x="194950" y="76276"/>
                  <a:pt x="199898" y="78055"/>
                </a:cubicBezTo>
                <a:lnTo>
                  <a:pt x="198784" y="81085"/>
                </a:lnTo>
                <a:cubicBezTo>
                  <a:pt x="190044" y="77951"/>
                  <a:pt x="180324" y="79705"/>
                  <a:pt x="173557" y="85636"/>
                </a:cubicBezTo>
                <a:cubicBezTo>
                  <a:pt x="166357" y="91948"/>
                  <a:pt x="163808" y="101834"/>
                  <a:pt x="167057" y="110845"/>
                </a:cubicBezTo>
                <a:lnTo>
                  <a:pt x="163976" y="111813"/>
                </a:lnTo>
                <a:cubicBezTo>
                  <a:pt x="161264" y="104174"/>
                  <a:pt x="162206" y="95982"/>
                  <a:pt x="166259" y="89343"/>
                </a:cubicBezTo>
                <a:lnTo>
                  <a:pt x="171329" y="83298"/>
                </a:lnTo>
                <a:cubicBezTo>
                  <a:pt x="175158" y="79908"/>
                  <a:pt x="179826" y="77708"/>
                  <a:pt x="184774" y="76800"/>
                </a:cubicBezTo>
                <a:close/>
                <a:moveTo>
                  <a:pt x="179076" y="24908"/>
                </a:moveTo>
                <a:cubicBezTo>
                  <a:pt x="173882" y="25821"/>
                  <a:pt x="169065" y="28595"/>
                  <a:pt x="165693" y="33023"/>
                </a:cubicBezTo>
                <a:lnTo>
                  <a:pt x="165081" y="32645"/>
                </a:lnTo>
                <a:lnTo>
                  <a:pt x="164343" y="33841"/>
                </a:lnTo>
                <a:lnTo>
                  <a:pt x="159156" y="28989"/>
                </a:lnTo>
                <a:cubicBezTo>
                  <a:pt x="147650" y="21890"/>
                  <a:pt x="132568" y="25462"/>
                  <a:pt x="125468" y="36968"/>
                </a:cubicBezTo>
                <a:cubicBezTo>
                  <a:pt x="125028" y="37682"/>
                  <a:pt x="124628" y="38410"/>
                  <a:pt x="124607" y="39302"/>
                </a:cubicBezTo>
                <a:cubicBezTo>
                  <a:pt x="121192" y="53871"/>
                  <a:pt x="126621" y="67918"/>
                  <a:pt x="137512" y="72288"/>
                </a:cubicBezTo>
                <a:lnTo>
                  <a:pt x="136408" y="75373"/>
                </a:lnTo>
                <a:cubicBezTo>
                  <a:pt x="125065" y="70889"/>
                  <a:pt x="118824" y="57470"/>
                  <a:pt x="120792" y="42874"/>
                </a:cubicBezTo>
                <a:cubicBezTo>
                  <a:pt x="110219" y="38045"/>
                  <a:pt x="97555" y="41998"/>
                  <a:pt x="91229" y="52250"/>
                </a:cubicBezTo>
                <a:cubicBezTo>
                  <a:pt x="86215" y="60377"/>
                  <a:pt x="87164" y="68019"/>
                  <a:pt x="90995" y="75559"/>
                </a:cubicBezTo>
                <a:cubicBezTo>
                  <a:pt x="88405" y="77546"/>
                  <a:pt x="86197" y="80074"/>
                  <a:pt x="84391" y="83001"/>
                </a:cubicBezTo>
                <a:cubicBezTo>
                  <a:pt x="75261" y="97799"/>
                  <a:pt x="79855" y="117197"/>
                  <a:pt x="94653" y="126328"/>
                </a:cubicBezTo>
                <a:cubicBezTo>
                  <a:pt x="99603" y="129383"/>
                  <a:pt x="105068" y="130901"/>
                  <a:pt x="110449" y="130283"/>
                </a:cubicBezTo>
                <a:cubicBezTo>
                  <a:pt x="111461" y="121556"/>
                  <a:pt x="114239" y="112980"/>
                  <a:pt x="118788" y="105103"/>
                </a:cubicBezTo>
                <a:lnTo>
                  <a:pt x="122060" y="106993"/>
                </a:lnTo>
                <a:cubicBezTo>
                  <a:pt x="117549" y="114804"/>
                  <a:pt x="114885" y="123345"/>
                  <a:pt x="114602" y="132066"/>
                </a:cubicBezTo>
                <a:cubicBezTo>
                  <a:pt x="118189" y="142541"/>
                  <a:pt x="127538" y="149533"/>
                  <a:pt x="138054" y="150704"/>
                </a:cubicBezTo>
                <a:lnTo>
                  <a:pt x="138622" y="157584"/>
                </a:lnTo>
                <a:cubicBezTo>
                  <a:pt x="141809" y="168599"/>
                  <a:pt x="152592" y="175355"/>
                  <a:pt x="163536" y="173320"/>
                </a:cubicBezTo>
                <a:lnTo>
                  <a:pt x="163736" y="174011"/>
                </a:lnTo>
                <a:lnTo>
                  <a:pt x="165086" y="173621"/>
                </a:lnTo>
                <a:lnTo>
                  <a:pt x="165671" y="180699"/>
                </a:lnTo>
                <a:cubicBezTo>
                  <a:pt x="169429" y="193686"/>
                  <a:pt x="183003" y="201168"/>
                  <a:pt x="195990" y="197411"/>
                </a:cubicBezTo>
                <a:cubicBezTo>
                  <a:pt x="196796" y="197178"/>
                  <a:pt x="197581" y="196907"/>
                  <a:pt x="198196" y="196260"/>
                </a:cubicBezTo>
                <a:cubicBezTo>
                  <a:pt x="209934" y="188156"/>
                  <a:pt x="215400" y="175007"/>
                  <a:pt x="211155" y="164763"/>
                </a:cubicBezTo>
                <a:cubicBezTo>
                  <a:pt x="205121" y="170199"/>
                  <a:pt x="196738" y="172687"/>
                  <a:pt x="188343" y="171472"/>
                </a:cubicBezTo>
                <a:lnTo>
                  <a:pt x="188829" y="168281"/>
                </a:lnTo>
                <a:cubicBezTo>
                  <a:pt x="198020" y="169602"/>
                  <a:pt x="207192" y="165939"/>
                  <a:pt x="212635" y="158774"/>
                </a:cubicBezTo>
                <a:cubicBezTo>
                  <a:pt x="218427" y="151149"/>
                  <a:pt x="218946" y="140953"/>
                  <a:pt x="213960" y="132774"/>
                </a:cubicBezTo>
                <a:lnTo>
                  <a:pt x="216785" y="131210"/>
                </a:lnTo>
                <a:cubicBezTo>
                  <a:pt x="222366" y="140465"/>
                  <a:pt x="221779" y="151983"/>
                  <a:pt x="215286" y="160619"/>
                </a:cubicBezTo>
                <a:lnTo>
                  <a:pt x="213805" y="162105"/>
                </a:lnTo>
                <a:cubicBezTo>
                  <a:pt x="218946" y="172938"/>
                  <a:pt x="214526" y="186813"/>
                  <a:pt x="203421" y="196175"/>
                </a:cubicBezTo>
                <a:cubicBezTo>
                  <a:pt x="208012" y="206854"/>
                  <a:pt x="220050" y="212429"/>
                  <a:pt x="231622" y="209082"/>
                </a:cubicBezTo>
                <a:cubicBezTo>
                  <a:pt x="239377" y="206838"/>
                  <a:pt x="243741" y="201989"/>
                  <a:pt x="246092" y="195539"/>
                </a:cubicBezTo>
                <a:cubicBezTo>
                  <a:pt x="255042" y="199507"/>
                  <a:pt x="265290" y="198199"/>
                  <a:pt x="272958" y="192601"/>
                </a:cubicBezTo>
                <a:lnTo>
                  <a:pt x="276795" y="193971"/>
                </a:lnTo>
                <a:cubicBezTo>
                  <a:pt x="289009" y="194016"/>
                  <a:pt x="298363" y="193248"/>
                  <a:pt x="304258" y="183694"/>
                </a:cubicBezTo>
                <a:cubicBezTo>
                  <a:pt x="309343" y="175453"/>
                  <a:pt x="308953" y="165378"/>
                  <a:pt x="303795" y="157923"/>
                </a:cubicBezTo>
                <a:cubicBezTo>
                  <a:pt x="298315" y="164420"/>
                  <a:pt x="291041" y="168177"/>
                  <a:pt x="283702" y="168174"/>
                </a:cubicBezTo>
                <a:lnTo>
                  <a:pt x="283555" y="164527"/>
                </a:lnTo>
                <a:cubicBezTo>
                  <a:pt x="293404" y="164978"/>
                  <a:pt x="303289" y="157339"/>
                  <a:pt x="308110" y="145450"/>
                </a:cubicBezTo>
                <a:cubicBezTo>
                  <a:pt x="311022" y="136198"/>
                  <a:pt x="308752" y="126109"/>
                  <a:pt x="302169" y="119023"/>
                </a:cubicBezTo>
                <a:cubicBezTo>
                  <a:pt x="296249" y="127191"/>
                  <a:pt x="286098" y="131525"/>
                  <a:pt x="275782" y="130309"/>
                </a:cubicBezTo>
                <a:lnTo>
                  <a:pt x="276183" y="127106"/>
                </a:lnTo>
                <a:cubicBezTo>
                  <a:pt x="285405" y="128184"/>
                  <a:pt x="294478" y="124281"/>
                  <a:pt x="299730" y="116974"/>
                </a:cubicBezTo>
                <a:lnTo>
                  <a:pt x="300207" y="116045"/>
                </a:lnTo>
                <a:cubicBezTo>
                  <a:pt x="300079" y="107222"/>
                  <a:pt x="295342" y="98867"/>
                  <a:pt x="287259" y="93880"/>
                </a:cubicBezTo>
                <a:cubicBezTo>
                  <a:pt x="284295" y="92051"/>
                  <a:pt x="281129" y="90828"/>
                  <a:pt x="277855" y="90561"/>
                </a:cubicBezTo>
                <a:cubicBezTo>
                  <a:pt x="271916" y="104194"/>
                  <a:pt x="259881" y="112708"/>
                  <a:pt x="248172" y="111695"/>
                </a:cubicBezTo>
                <a:cubicBezTo>
                  <a:pt x="248002" y="114741"/>
                  <a:pt x="246936" y="117719"/>
                  <a:pt x="245089" y="120348"/>
                </a:cubicBezTo>
                <a:cubicBezTo>
                  <a:pt x="241307" y="125729"/>
                  <a:pt x="234825" y="128827"/>
                  <a:pt x="228007" y="128511"/>
                </a:cubicBezTo>
                <a:lnTo>
                  <a:pt x="228158" y="125380"/>
                </a:lnTo>
                <a:cubicBezTo>
                  <a:pt x="233848" y="125642"/>
                  <a:pt x="239262" y="123097"/>
                  <a:pt x="242439" y="118667"/>
                </a:cubicBezTo>
                <a:cubicBezTo>
                  <a:pt x="244071" y="116391"/>
                  <a:pt x="244987" y="113796"/>
                  <a:pt x="245116" y="111152"/>
                </a:cubicBezTo>
                <a:lnTo>
                  <a:pt x="243716" y="110904"/>
                </a:lnTo>
                <a:lnTo>
                  <a:pt x="244539" y="108155"/>
                </a:lnTo>
                <a:cubicBezTo>
                  <a:pt x="244792" y="106166"/>
                  <a:pt x="244131" y="104285"/>
                  <a:pt x="243078" y="102544"/>
                </a:cubicBezTo>
                <a:cubicBezTo>
                  <a:pt x="240257" y="97875"/>
                  <a:pt x="235048" y="94922"/>
                  <a:pt x="229344" y="94755"/>
                </a:cubicBezTo>
                <a:lnTo>
                  <a:pt x="229436" y="91621"/>
                </a:lnTo>
                <a:cubicBezTo>
                  <a:pt x="236268" y="91821"/>
                  <a:pt x="242499" y="95409"/>
                  <a:pt x="245850" y="101072"/>
                </a:cubicBezTo>
                <a:cubicBezTo>
                  <a:pt x="247129" y="103235"/>
                  <a:pt x="247915" y="105575"/>
                  <a:pt x="248037" y="107973"/>
                </a:cubicBezTo>
                <a:cubicBezTo>
                  <a:pt x="258268" y="109553"/>
                  <a:pt x="268981" y="102051"/>
                  <a:pt x="274232" y="89778"/>
                </a:cubicBezTo>
                <a:cubicBezTo>
                  <a:pt x="278708" y="77339"/>
                  <a:pt x="274020" y="63056"/>
                  <a:pt x="262316" y="55834"/>
                </a:cubicBezTo>
                <a:cubicBezTo>
                  <a:pt x="257734" y="53007"/>
                  <a:pt x="252666" y="51626"/>
                  <a:pt x="247691" y="52231"/>
                </a:cubicBezTo>
                <a:cubicBezTo>
                  <a:pt x="248705" y="60913"/>
                  <a:pt x="245967" y="69020"/>
                  <a:pt x="239739" y="74185"/>
                </a:cubicBezTo>
                <a:lnTo>
                  <a:pt x="237649" y="71664"/>
                </a:lnTo>
                <a:cubicBezTo>
                  <a:pt x="244579" y="65918"/>
                  <a:pt x="246481" y="55888"/>
                  <a:pt x="243151" y="45920"/>
                </a:cubicBezTo>
                <a:cubicBezTo>
                  <a:pt x="241194" y="40124"/>
                  <a:pt x="237183" y="35004"/>
                  <a:pt x="231542" y="31523"/>
                </a:cubicBezTo>
                <a:cubicBezTo>
                  <a:pt x="221392" y="25261"/>
                  <a:pt x="208864" y="26095"/>
                  <a:pt x="199763" y="32668"/>
                </a:cubicBezTo>
                <a:lnTo>
                  <a:pt x="194721" y="27952"/>
                </a:lnTo>
                <a:cubicBezTo>
                  <a:pt x="189842" y="24941"/>
                  <a:pt x="184271" y="23995"/>
                  <a:pt x="179076" y="24908"/>
                </a:cubicBezTo>
                <a:close/>
                <a:moveTo>
                  <a:pt x="190632" y="62"/>
                </a:moveTo>
                <a:cubicBezTo>
                  <a:pt x="300121" y="2329"/>
                  <a:pt x="391248" y="125645"/>
                  <a:pt x="309641" y="225160"/>
                </a:cubicBezTo>
                <a:cubicBezTo>
                  <a:pt x="282892" y="251229"/>
                  <a:pt x="279266" y="288859"/>
                  <a:pt x="302841" y="374772"/>
                </a:cubicBezTo>
                <a:lnTo>
                  <a:pt x="121266" y="376812"/>
                </a:lnTo>
                <a:lnTo>
                  <a:pt x="109025" y="322355"/>
                </a:lnTo>
                <a:cubicBezTo>
                  <a:pt x="76580" y="333165"/>
                  <a:pt x="40716" y="329924"/>
                  <a:pt x="28778" y="318327"/>
                </a:cubicBezTo>
                <a:cubicBezTo>
                  <a:pt x="22923" y="311868"/>
                  <a:pt x="25422" y="291738"/>
                  <a:pt x="32859" y="276164"/>
                </a:cubicBezTo>
                <a:cubicBezTo>
                  <a:pt x="35235" y="270344"/>
                  <a:pt x="23179" y="268321"/>
                  <a:pt x="20618" y="259843"/>
                </a:cubicBezTo>
                <a:cubicBezTo>
                  <a:pt x="19440" y="251965"/>
                  <a:pt x="27377" y="251682"/>
                  <a:pt x="30757" y="247602"/>
                </a:cubicBezTo>
                <a:lnTo>
                  <a:pt x="18516" y="238938"/>
                </a:lnTo>
                <a:cubicBezTo>
                  <a:pt x="12669" y="232923"/>
                  <a:pt x="25811" y="221592"/>
                  <a:pt x="29458" y="212919"/>
                </a:cubicBezTo>
                <a:cubicBezTo>
                  <a:pt x="16679" y="208924"/>
                  <a:pt x="7006" y="203466"/>
                  <a:pt x="307" y="196983"/>
                </a:cubicBezTo>
                <a:cubicBezTo>
                  <a:pt x="-2572" y="186228"/>
                  <a:pt x="15339" y="171234"/>
                  <a:pt x="31089" y="151672"/>
                </a:cubicBezTo>
                <a:cubicBezTo>
                  <a:pt x="47602" y="132201"/>
                  <a:pt x="33821" y="117353"/>
                  <a:pt x="46470" y="75544"/>
                </a:cubicBezTo>
                <a:cubicBezTo>
                  <a:pt x="66559" y="23813"/>
                  <a:pt x="114124" y="-1423"/>
                  <a:pt x="190632" y="62"/>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04" name="Google Shape;204;p37"/>
          <p:cNvSpPr/>
          <p:nvPr/>
        </p:nvSpPr>
        <p:spPr>
          <a:xfrm>
            <a:off x="5673853" y="4196082"/>
            <a:ext cx="265047" cy="290280"/>
          </a:xfrm>
          <a:custGeom>
            <a:avLst/>
            <a:gdLst/>
            <a:ahLst/>
            <a:cxnLst/>
            <a:rect l="l" t="t" r="r" b="b"/>
            <a:pathLst>
              <a:path w="3068057" h="3083879" extrusionOk="0">
                <a:moveTo>
                  <a:pt x="1943022" y="0"/>
                </a:moveTo>
                <a:cubicBezTo>
                  <a:pt x="2091435" y="0"/>
                  <a:pt x="2214809" y="107202"/>
                  <a:pt x="2232575" y="249298"/>
                </a:cubicBezTo>
                <a:cubicBezTo>
                  <a:pt x="2066806" y="323095"/>
                  <a:pt x="1966497" y="475331"/>
                  <a:pt x="1992863" y="623272"/>
                </a:cubicBezTo>
                <a:lnTo>
                  <a:pt x="2032344" y="614884"/>
                </a:lnTo>
                <a:cubicBezTo>
                  <a:pt x="2007703" y="472429"/>
                  <a:pt x="2119863" y="324636"/>
                  <a:pt x="2294697" y="266187"/>
                </a:cubicBezTo>
                <a:cubicBezTo>
                  <a:pt x="2304190" y="260641"/>
                  <a:pt x="2314409" y="260119"/>
                  <a:pt x="2324748" y="260119"/>
                </a:cubicBezTo>
                <a:cubicBezTo>
                  <a:pt x="2491310" y="260119"/>
                  <a:pt x="2626336" y="395145"/>
                  <a:pt x="2626336" y="561708"/>
                </a:cubicBezTo>
                <a:lnTo>
                  <a:pt x="2609021" y="647481"/>
                </a:lnTo>
                <a:lnTo>
                  <a:pt x="2626336" y="647481"/>
                </a:lnTo>
                <a:lnTo>
                  <a:pt x="2626336" y="656343"/>
                </a:lnTo>
                <a:cubicBezTo>
                  <a:pt x="2762823" y="669742"/>
                  <a:pt x="2867295" y="786613"/>
                  <a:pt x="2867295" y="927882"/>
                </a:cubicBezTo>
                <a:lnTo>
                  <a:pt x="2850464" y="1011252"/>
                </a:lnTo>
                <a:cubicBezTo>
                  <a:pt x="2978255" y="1064152"/>
                  <a:pt x="3068057" y="1190111"/>
                  <a:pt x="3068057" y="1337042"/>
                </a:cubicBezTo>
                <a:cubicBezTo>
                  <a:pt x="3068057" y="1418703"/>
                  <a:pt x="3040320" y="1493884"/>
                  <a:pt x="2992210" y="1551889"/>
                </a:cubicBezTo>
                <a:cubicBezTo>
                  <a:pt x="2909241" y="1651289"/>
                  <a:pt x="2791782" y="1696238"/>
                  <a:pt x="2686704" y="1660749"/>
                </a:cubicBezTo>
                <a:lnTo>
                  <a:pt x="2673794" y="1698968"/>
                </a:lnTo>
                <a:cubicBezTo>
                  <a:pt x="2768232" y="1730865"/>
                  <a:pt x="2870956" y="1707121"/>
                  <a:pt x="2955415" y="1640323"/>
                </a:cubicBezTo>
                <a:cubicBezTo>
                  <a:pt x="2993943" y="1688574"/>
                  <a:pt x="3012247" y="1750635"/>
                  <a:pt x="3012247" y="1816968"/>
                </a:cubicBezTo>
                <a:cubicBezTo>
                  <a:pt x="3012247" y="1986406"/>
                  <a:pt x="2892829" y="2127952"/>
                  <a:pt x="2733451" y="2161496"/>
                </a:cubicBezTo>
                <a:cubicBezTo>
                  <a:pt x="2570803" y="2185843"/>
                  <a:pt x="2422847" y="2122052"/>
                  <a:pt x="2373218" y="2004561"/>
                </a:cubicBezTo>
                <a:cubicBezTo>
                  <a:pt x="2397575" y="1987765"/>
                  <a:pt x="2417022" y="1964396"/>
                  <a:pt x="2431421" y="1936987"/>
                </a:cubicBezTo>
                <a:cubicBezTo>
                  <a:pt x="2469123" y="1865220"/>
                  <a:pt x="2466430" y="1776674"/>
                  <a:pt x="2424327" y="1703750"/>
                </a:cubicBezTo>
                <a:lnTo>
                  <a:pt x="2390880" y="1723060"/>
                </a:lnTo>
                <a:cubicBezTo>
                  <a:pt x="2426033" y="1783948"/>
                  <a:pt x="2428758" y="1857660"/>
                  <a:pt x="2398065" y="1917447"/>
                </a:cubicBezTo>
                <a:cubicBezTo>
                  <a:pt x="2386618" y="1939743"/>
                  <a:pt x="2371177" y="1958844"/>
                  <a:pt x="2348681" y="1969064"/>
                </a:cubicBezTo>
                <a:lnTo>
                  <a:pt x="2314536" y="1978212"/>
                </a:lnTo>
                <a:lnTo>
                  <a:pt x="2320989" y="1994504"/>
                </a:lnTo>
                <a:cubicBezTo>
                  <a:pt x="2292439" y="2010252"/>
                  <a:pt x="2259301" y="2017439"/>
                  <a:pt x="2224883" y="2015050"/>
                </a:cubicBezTo>
                <a:cubicBezTo>
                  <a:pt x="2157880" y="2010397"/>
                  <a:pt x="2096183" y="1970105"/>
                  <a:pt x="2062112" y="1908746"/>
                </a:cubicBezTo>
                <a:lnTo>
                  <a:pt x="2028307" y="1927422"/>
                </a:lnTo>
                <a:cubicBezTo>
                  <a:pt x="2069101" y="2000945"/>
                  <a:pt x="2143517" y="2048870"/>
                  <a:pt x="2224395" y="2053708"/>
                </a:cubicBezTo>
                <a:cubicBezTo>
                  <a:pt x="2263912" y="2056070"/>
                  <a:pt x="2302036" y="2047984"/>
                  <a:pt x="2335071" y="2030056"/>
                </a:cubicBezTo>
                <a:cubicBezTo>
                  <a:pt x="2400196" y="2159379"/>
                  <a:pt x="2567325" y="2230480"/>
                  <a:pt x="2748680" y="2204554"/>
                </a:cubicBezTo>
                <a:cubicBezTo>
                  <a:pt x="2767068" y="2240602"/>
                  <a:pt x="2774723" y="2281713"/>
                  <a:pt x="2774723" y="2324613"/>
                </a:cubicBezTo>
                <a:cubicBezTo>
                  <a:pt x="2774723" y="2444667"/>
                  <a:pt x="2714770" y="2550720"/>
                  <a:pt x="2619461" y="2609132"/>
                </a:cubicBezTo>
                <a:cubicBezTo>
                  <a:pt x="2594093" y="2739763"/>
                  <a:pt x="2496512" y="2844553"/>
                  <a:pt x="2368919" y="2876858"/>
                </a:cubicBezTo>
                <a:cubicBezTo>
                  <a:pt x="2184369" y="2908073"/>
                  <a:pt x="2016372" y="2826285"/>
                  <a:pt x="1978290" y="2684161"/>
                </a:cubicBezTo>
                <a:lnTo>
                  <a:pt x="1939323" y="2694602"/>
                </a:lnTo>
                <a:cubicBezTo>
                  <a:pt x="1970494" y="2810931"/>
                  <a:pt x="2075973" y="2892306"/>
                  <a:pt x="2210223" y="2912307"/>
                </a:cubicBezTo>
                <a:cubicBezTo>
                  <a:pt x="2165434" y="3014618"/>
                  <a:pt x="2062317" y="3083879"/>
                  <a:pt x="1943022" y="3083879"/>
                </a:cubicBezTo>
                <a:cubicBezTo>
                  <a:pt x="1804718" y="3083879"/>
                  <a:pt x="1736151" y="2990782"/>
                  <a:pt x="1657612" y="2862428"/>
                </a:cubicBezTo>
                <a:cubicBezTo>
                  <a:pt x="1632100" y="2775963"/>
                  <a:pt x="1598588" y="2449530"/>
                  <a:pt x="1653064" y="2147091"/>
                </a:cubicBezTo>
                <a:cubicBezTo>
                  <a:pt x="1775302" y="2294672"/>
                  <a:pt x="1947360" y="2360889"/>
                  <a:pt x="2101389" y="2319520"/>
                </a:cubicBezTo>
                <a:lnTo>
                  <a:pt x="2085913" y="2268654"/>
                </a:lnTo>
                <a:cubicBezTo>
                  <a:pt x="1935632" y="2308197"/>
                  <a:pt x="1765039" y="2228547"/>
                  <a:pt x="1652548" y="2065927"/>
                </a:cubicBezTo>
                <a:cubicBezTo>
                  <a:pt x="1594744" y="1988631"/>
                  <a:pt x="1552933" y="1543383"/>
                  <a:pt x="1647107" y="1210118"/>
                </a:cubicBezTo>
                <a:cubicBezTo>
                  <a:pt x="1757451" y="1073526"/>
                  <a:pt x="1924310" y="1023711"/>
                  <a:pt x="2044795" y="1095494"/>
                </a:cubicBezTo>
                <a:lnTo>
                  <a:pt x="2046624" y="1092427"/>
                </a:lnTo>
                <a:cubicBezTo>
                  <a:pt x="2044963" y="1115904"/>
                  <a:pt x="2049817" y="1139574"/>
                  <a:pt x="2059741" y="1162003"/>
                </a:cubicBezTo>
                <a:cubicBezTo>
                  <a:pt x="2085174" y="1219476"/>
                  <a:pt x="2140055" y="1259997"/>
                  <a:pt x="2204060" y="1268556"/>
                </a:cubicBezTo>
                <a:lnTo>
                  <a:pt x="2208020" y="1238949"/>
                </a:lnTo>
                <a:cubicBezTo>
                  <a:pt x="2154665" y="1231814"/>
                  <a:pt x="2108853" y="1198319"/>
                  <a:pt x="2087448" y="1150798"/>
                </a:cubicBezTo>
                <a:cubicBezTo>
                  <a:pt x="2064784" y="1100476"/>
                  <a:pt x="2073123" y="1042569"/>
                  <a:pt x="2109077" y="1000639"/>
                </a:cubicBezTo>
                <a:cubicBezTo>
                  <a:pt x="2142987" y="961090"/>
                  <a:pt x="2196315" y="941798"/>
                  <a:pt x="2249471" y="949847"/>
                </a:cubicBezTo>
                <a:lnTo>
                  <a:pt x="2253988" y="920317"/>
                </a:lnTo>
                <a:cubicBezTo>
                  <a:pt x="2190211" y="910645"/>
                  <a:pt x="2126205" y="934132"/>
                  <a:pt x="2085632" y="982099"/>
                </a:cubicBezTo>
                <a:lnTo>
                  <a:pt x="2052614" y="1055246"/>
                </a:lnTo>
                <a:cubicBezTo>
                  <a:pt x="1928226" y="988072"/>
                  <a:pt x="1765306" y="1028878"/>
                  <a:pt x="1646726" y="1149851"/>
                </a:cubicBezTo>
                <a:cubicBezTo>
                  <a:pt x="1576863" y="1018908"/>
                  <a:pt x="1584053" y="461235"/>
                  <a:pt x="1633436" y="269593"/>
                </a:cubicBezTo>
                <a:cubicBezTo>
                  <a:pt x="1697428" y="119029"/>
                  <a:pt x="1776459" y="0"/>
                  <a:pt x="1943022" y="0"/>
                </a:cubicBezTo>
                <a:close/>
                <a:moveTo>
                  <a:pt x="1125035" y="0"/>
                </a:moveTo>
                <a:cubicBezTo>
                  <a:pt x="1263339" y="0"/>
                  <a:pt x="1331906" y="93097"/>
                  <a:pt x="1410445" y="221451"/>
                </a:cubicBezTo>
                <a:cubicBezTo>
                  <a:pt x="1435957" y="307916"/>
                  <a:pt x="1469469" y="634350"/>
                  <a:pt x="1414993" y="936788"/>
                </a:cubicBezTo>
                <a:cubicBezTo>
                  <a:pt x="1292755" y="789207"/>
                  <a:pt x="1120697" y="722990"/>
                  <a:pt x="966668" y="764359"/>
                </a:cubicBezTo>
                <a:lnTo>
                  <a:pt x="982144" y="815225"/>
                </a:lnTo>
                <a:cubicBezTo>
                  <a:pt x="1132425" y="775682"/>
                  <a:pt x="1303018" y="855332"/>
                  <a:pt x="1415509" y="1017952"/>
                </a:cubicBezTo>
                <a:cubicBezTo>
                  <a:pt x="1473313" y="1095249"/>
                  <a:pt x="1515123" y="1540497"/>
                  <a:pt x="1420950" y="1873762"/>
                </a:cubicBezTo>
                <a:cubicBezTo>
                  <a:pt x="1310606" y="2010353"/>
                  <a:pt x="1143747" y="2060168"/>
                  <a:pt x="1023262" y="1988385"/>
                </a:cubicBezTo>
                <a:lnTo>
                  <a:pt x="1021433" y="1991453"/>
                </a:lnTo>
                <a:cubicBezTo>
                  <a:pt x="1023094" y="1967976"/>
                  <a:pt x="1018240" y="1944306"/>
                  <a:pt x="1008316" y="1921877"/>
                </a:cubicBezTo>
                <a:cubicBezTo>
                  <a:pt x="982883" y="1864403"/>
                  <a:pt x="928002" y="1823883"/>
                  <a:pt x="863997" y="1815323"/>
                </a:cubicBezTo>
                <a:lnTo>
                  <a:pt x="860037" y="1844930"/>
                </a:lnTo>
                <a:cubicBezTo>
                  <a:pt x="913392" y="1852066"/>
                  <a:pt x="959204" y="1885560"/>
                  <a:pt x="980609" y="1933082"/>
                </a:cubicBezTo>
                <a:cubicBezTo>
                  <a:pt x="1003273" y="1983404"/>
                  <a:pt x="994934" y="2041310"/>
                  <a:pt x="958980" y="2083241"/>
                </a:cubicBezTo>
                <a:cubicBezTo>
                  <a:pt x="925070" y="2122789"/>
                  <a:pt x="871742" y="2142082"/>
                  <a:pt x="818586" y="2134033"/>
                </a:cubicBezTo>
                <a:lnTo>
                  <a:pt x="814069" y="2163562"/>
                </a:lnTo>
                <a:cubicBezTo>
                  <a:pt x="877846" y="2173235"/>
                  <a:pt x="941852" y="2149747"/>
                  <a:pt x="982425" y="2101780"/>
                </a:cubicBezTo>
                <a:lnTo>
                  <a:pt x="1015443" y="2028633"/>
                </a:lnTo>
                <a:cubicBezTo>
                  <a:pt x="1139831" y="2095808"/>
                  <a:pt x="1302751" y="2055001"/>
                  <a:pt x="1421331" y="1934029"/>
                </a:cubicBezTo>
                <a:cubicBezTo>
                  <a:pt x="1491194" y="2064971"/>
                  <a:pt x="1484003" y="2622644"/>
                  <a:pt x="1434621" y="2814287"/>
                </a:cubicBezTo>
                <a:cubicBezTo>
                  <a:pt x="1370629" y="2964850"/>
                  <a:pt x="1291598" y="3083879"/>
                  <a:pt x="1125035" y="3083879"/>
                </a:cubicBezTo>
                <a:cubicBezTo>
                  <a:pt x="976622" y="3083879"/>
                  <a:pt x="853248" y="2976677"/>
                  <a:pt x="835482" y="2834581"/>
                </a:cubicBezTo>
                <a:cubicBezTo>
                  <a:pt x="1001251" y="2760784"/>
                  <a:pt x="1101560" y="2608549"/>
                  <a:pt x="1075194" y="2460607"/>
                </a:cubicBezTo>
                <a:lnTo>
                  <a:pt x="1035713" y="2468996"/>
                </a:lnTo>
                <a:cubicBezTo>
                  <a:pt x="1060354" y="2611450"/>
                  <a:pt x="948194" y="2759243"/>
                  <a:pt x="773360" y="2817692"/>
                </a:cubicBezTo>
                <a:cubicBezTo>
                  <a:pt x="763867" y="2823239"/>
                  <a:pt x="753648" y="2823760"/>
                  <a:pt x="743309" y="2823760"/>
                </a:cubicBezTo>
                <a:cubicBezTo>
                  <a:pt x="576747" y="2823760"/>
                  <a:pt x="441721" y="2688734"/>
                  <a:pt x="441721" y="2522172"/>
                </a:cubicBezTo>
                <a:lnTo>
                  <a:pt x="459036" y="2436399"/>
                </a:lnTo>
                <a:lnTo>
                  <a:pt x="441721" y="2436399"/>
                </a:lnTo>
                <a:lnTo>
                  <a:pt x="441721" y="2427537"/>
                </a:lnTo>
                <a:cubicBezTo>
                  <a:pt x="305234" y="2414137"/>
                  <a:pt x="200762" y="2297266"/>
                  <a:pt x="200762" y="2155997"/>
                </a:cubicBezTo>
                <a:lnTo>
                  <a:pt x="217593" y="2072628"/>
                </a:lnTo>
                <a:cubicBezTo>
                  <a:pt x="89802" y="2019727"/>
                  <a:pt x="0" y="1893768"/>
                  <a:pt x="0" y="1746838"/>
                </a:cubicBezTo>
                <a:cubicBezTo>
                  <a:pt x="0" y="1665177"/>
                  <a:pt x="27737" y="1589996"/>
                  <a:pt x="75847" y="1531990"/>
                </a:cubicBezTo>
                <a:cubicBezTo>
                  <a:pt x="158816" y="1432590"/>
                  <a:pt x="276275" y="1387641"/>
                  <a:pt x="381353" y="1423131"/>
                </a:cubicBezTo>
                <a:lnTo>
                  <a:pt x="394263" y="1384911"/>
                </a:lnTo>
                <a:cubicBezTo>
                  <a:pt x="299825" y="1353014"/>
                  <a:pt x="197101" y="1376758"/>
                  <a:pt x="112642" y="1443556"/>
                </a:cubicBezTo>
                <a:cubicBezTo>
                  <a:pt x="74114" y="1395305"/>
                  <a:pt x="55810" y="1333244"/>
                  <a:pt x="55810" y="1266911"/>
                </a:cubicBezTo>
                <a:cubicBezTo>
                  <a:pt x="55810" y="1097473"/>
                  <a:pt x="175228" y="955927"/>
                  <a:pt x="334606" y="922383"/>
                </a:cubicBezTo>
                <a:cubicBezTo>
                  <a:pt x="497254" y="898036"/>
                  <a:pt x="645210" y="961827"/>
                  <a:pt x="694839" y="1079319"/>
                </a:cubicBezTo>
                <a:cubicBezTo>
                  <a:pt x="670482" y="1096114"/>
                  <a:pt x="651035" y="1119484"/>
                  <a:pt x="636636" y="1146893"/>
                </a:cubicBezTo>
                <a:cubicBezTo>
                  <a:pt x="598934" y="1218660"/>
                  <a:pt x="601627" y="1307205"/>
                  <a:pt x="643730" y="1380130"/>
                </a:cubicBezTo>
                <a:lnTo>
                  <a:pt x="677177" y="1360819"/>
                </a:lnTo>
                <a:cubicBezTo>
                  <a:pt x="642024" y="1299932"/>
                  <a:pt x="639299" y="1226219"/>
                  <a:pt x="669992" y="1166433"/>
                </a:cubicBezTo>
                <a:cubicBezTo>
                  <a:pt x="681439" y="1144136"/>
                  <a:pt x="696880" y="1125036"/>
                  <a:pt x="719376" y="1114815"/>
                </a:cubicBezTo>
                <a:lnTo>
                  <a:pt x="753521" y="1105667"/>
                </a:lnTo>
                <a:lnTo>
                  <a:pt x="747068" y="1089375"/>
                </a:lnTo>
                <a:cubicBezTo>
                  <a:pt x="775618" y="1073627"/>
                  <a:pt x="808756" y="1066440"/>
                  <a:pt x="843174" y="1068829"/>
                </a:cubicBezTo>
                <a:cubicBezTo>
                  <a:pt x="910177" y="1073482"/>
                  <a:pt x="971874" y="1113774"/>
                  <a:pt x="1005945" y="1175134"/>
                </a:cubicBezTo>
                <a:lnTo>
                  <a:pt x="1039750" y="1156458"/>
                </a:lnTo>
                <a:cubicBezTo>
                  <a:pt x="998956" y="1082934"/>
                  <a:pt x="924540" y="1035010"/>
                  <a:pt x="843662" y="1030172"/>
                </a:cubicBezTo>
                <a:cubicBezTo>
                  <a:pt x="804145" y="1027809"/>
                  <a:pt x="766021" y="1035895"/>
                  <a:pt x="732986" y="1053824"/>
                </a:cubicBezTo>
                <a:cubicBezTo>
                  <a:pt x="667861" y="924500"/>
                  <a:pt x="500732" y="853399"/>
                  <a:pt x="319377" y="879325"/>
                </a:cubicBezTo>
                <a:cubicBezTo>
                  <a:pt x="300989" y="843277"/>
                  <a:pt x="293334" y="802167"/>
                  <a:pt x="293334" y="759266"/>
                </a:cubicBezTo>
                <a:cubicBezTo>
                  <a:pt x="293334" y="639212"/>
                  <a:pt x="353287" y="533159"/>
                  <a:pt x="448596" y="474747"/>
                </a:cubicBezTo>
                <a:cubicBezTo>
                  <a:pt x="473964" y="344116"/>
                  <a:pt x="571545" y="239326"/>
                  <a:pt x="699138" y="207021"/>
                </a:cubicBezTo>
                <a:cubicBezTo>
                  <a:pt x="883688" y="175806"/>
                  <a:pt x="1051685" y="257594"/>
                  <a:pt x="1089767" y="399718"/>
                </a:cubicBezTo>
                <a:lnTo>
                  <a:pt x="1128734" y="389277"/>
                </a:lnTo>
                <a:cubicBezTo>
                  <a:pt x="1097563" y="272948"/>
                  <a:pt x="992084" y="191573"/>
                  <a:pt x="857834" y="171572"/>
                </a:cubicBezTo>
                <a:cubicBezTo>
                  <a:pt x="902623" y="69261"/>
                  <a:pt x="1005740" y="0"/>
                  <a:pt x="1125035"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grpSp>
        <p:nvGrpSpPr>
          <p:cNvPr id="205" name="Google Shape;205;p37"/>
          <p:cNvGrpSpPr/>
          <p:nvPr/>
        </p:nvGrpSpPr>
        <p:grpSpPr>
          <a:xfrm>
            <a:off x="4831514" y="4167249"/>
            <a:ext cx="265964" cy="325875"/>
            <a:chOff x="4835382" y="-161249"/>
            <a:chExt cx="3078656" cy="3462027"/>
          </a:xfrm>
        </p:grpSpPr>
        <p:sp>
          <p:nvSpPr>
            <p:cNvPr id="206" name="Google Shape;206;p37"/>
            <p:cNvSpPr/>
            <p:nvPr/>
          </p:nvSpPr>
          <p:spPr>
            <a:xfrm>
              <a:off x="4835382" y="73243"/>
              <a:ext cx="2920830" cy="3227535"/>
            </a:xfrm>
            <a:custGeom>
              <a:avLst/>
              <a:gdLst/>
              <a:ahLst/>
              <a:cxnLst/>
              <a:rect l="l" t="t" r="r" b="b"/>
              <a:pathLst>
                <a:path w="5331558" h="5891405" extrusionOk="0">
                  <a:moveTo>
                    <a:pt x="2980491" y="968"/>
                  </a:moveTo>
                  <a:cubicBezTo>
                    <a:pt x="1784302" y="-22254"/>
                    <a:pt x="1040642" y="372305"/>
                    <a:pt x="726547" y="1181117"/>
                  </a:cubicBezTo>
                  <a:cubicBezTo>
                    <a:pt x="528785" y="1834793"/>
                    <a:pt x="744238" y="2066938"/>
                    <a:pt x="486068" y="2371366"/>
                  </a:cubicBezTo>
                  <a:cubicBezTo>
                    <a:pt x="239818" y="2677225"/>
                    <a:pt x="-40213" y="2911644"/>
                    <a:pt x="4803" y="3079808"/>
                  </a:cubicBezTo>
                  <a:cubicBezTo>
                    <a:pt x="109541" y="3181162"/>
                    <a:pt x="260766" y="3266498"/>
                    <a:pt x="460575" y="3328959"/>
                  </a:cubicBezTo>
                  <a:cubicBezTo>
                    <a:pt x="403546" y="3464559"/>
                    <a:pt x="198074" y="3641722"/>
                    <a:pt x="289487" y="3735758"/>
                  </a:cubicBezTo>
                  <a:lnTo>
                    <a:pt x="480873" y="3871219"/>
                  </a:lnTo>
                  <a:cubicBezTo>
                    <a:pt x="428032" y="3935014"/>
                    <a:pt x="303940" y="3939433"/>
                    <a:pt x="322351" y="4062605"/>
                  </a:cubicBezTo>
                  <a:cubicBezTo>
                    <a:pt x="362395" y="4195168"/>
                    <a:pt x="550882" y="4226788"/>
                    <a:pt x="513737" y="4317787"/>
                  </a:cubicBezTo>
                  <a:cubicBezTo>
                    <a:pt x="397470" y="4561276"/>
                    <a:pt x="358392" y="4876020"/>
                    <a:pt x="449942" y="4977005"/>
                  </a:cubicBezTo>
                  <a:cubicBezTo>
                    <a:pt x="636587" y="5158310"/>
                    <a:pt x="1197305" y="5208988"/>
                    <a:pt x="1704584" y="5039972"/>
                  </a:cubicBezTo>
                  <a:lnTo>
                    <a:pt x="1895970" y="5891405"/>
                  </a:lnTo>
                  <a:lnTo>
                    <a:pt x="4734863" y="5859508"/>
                  </a:lnTo>
                  <a:cubicBezTo>
                    <a:pt x="4366268" y="4516262"/>
                    <a:pt x="4422975" y="3927926"/>
                    <a:pt x="4841189" y="3520345"/>
                  </a:cubicBezTo>
                  <a:cubicBezTo>
                    <a:pt x="6117095" y="1964448"/>
                    <a:pt x="4692333" y="36409"/>
                    <a:pt x="2980491" y="968"/>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07" name="Google Shape;207;p37"/>
            <p:cNvSpPr/>
            <p:nvPr/>
          </p:nvSpPr>
          <p:spPr>
            <a:xfrm rot="-3499458">
              <a:off x="5907878" y="-58593"/>
              <a:ext cx="1436045" cy="2141152"/>
            </a:xfrm>
            <a:custGeom>
              <a:avLst/>
              <a:gdLst/>
              <a:ahLst/>
              <a:cxnLst/>
              <a:rect l="l" t="t" r="r" b="b"/>
              <a:pathLst>
                <a:path w="1170491" h="1745209" extrusionOk="0">
                  <a:moveTo>
                    <a:pt x="429221" y="671495"/>
                  </a:moveTo>
                  <a:cubicBezTo>
                    <a:pt x="415869" y="670322"/>
                    <a:pt x="402356" y="670624"/>
                    <a:pt x="388917" y="672439"/>
                  </a:cubicBezTo>
                  <a:cubicBezTo>
                    <a:pt x="370997" y="674859"/>
                    <a:pt x="353207" y="679968"/>
                    <a:pt x="336101" y="687858"/>
                  </a:cubicBezTo>
                  <a:lnTo>
                    <a:pt x="344770" y="708640"/>
                  </a:lnTo>
                  <a:cubicBezTo>
                    <a:pt x="405276" y="680369"/>
                    <a:pt x="475531" y="691805"/>
                    <a:pt x="523918" y="737799"/>
                  </a:cubicBezTo>
                  <a:cubicBezTo>
                    <a:pt x="569388" y="781022"/>
                    <a:pt x="587723" y="847396"/>
                    <a:pt x="571504" y="910067"/>
                  </a:cubicBezTo>
                  <a:lnTo>
                    <a:pt x="593243" y="915886"/>
                  </a:lnTo>
                  <a:cubicBezTo>
                    <a:pt x="611678" y="844923"/>
                    <a:pt x="590662" y="769719"/>
                    <a:pt x="538740" y="720849"/>
                  </a:cubicBezTo>
                  <a:cubicBezTo>
                    <a:pt x="507886" y="691808"/>
                    <a:pt x="469277" y="675014"/>
                    <a:pt x="429221" y="671495"/>
                  </a:cubicBezTo>
                  <a:close/>
                  <a:moveTo>
                    <a:pt x="588421" y="580980"/>
                  </a:moveTo>
                  <a:cubicBezTo>
                    <a:pt x="534186" y="581239"/>
                    <a:pt x="482134" y="605639"/>
                    <a:pt x="446738" y="649695"/>
                  </a:cubicBezTo>
                  <a:lnTo>
                    <a:pt x="463760" y="664437"/>
                  </a:lnTo>
                  <a:cubicBezTo>
                    <a:pt x="505329" y="612166"/>
                    <a:pt x="573320" y="591099"/>
                    <a:pt x="637132" y="610714"/>
                  </a:cubicBezTo>
                  <a:cubicBezTo>
                    <a:pt x="697098" y="629147"/>
                    <a:pt x="743088" y="680397"/>
                    <a:pt x="756495" y="743730"/>
                  </a:cubicBezTo>
                  <a:lnTo>
                    <a:pt x="778549" y="739251"/>
                  </a:lnTo>
                  <a:cubicBezTo>
                    <a:pt x="763432" y="667508"/>
                    <a:pt x="711108" y="609548"/>
                    <a:pt x="642848" y="588934"/>
                  </a:cubicBezTo>
                  <a:cubicBezTo>
                    <a:pt x="624821" y="583490"/>
                    <a:pt x="606500" y="580894"/>
                    <a:pt x="588421" y="580980"/>
                  </a:cubicBezTo>
                  <a:close/>
                  <a:moveTo>
                    <a:pt x="533817" y="0"/>
                  </a:moveTo>
                  <a:cubicBezTo>
                    <a:pt x="617807" y="1"/>
                    <a:pt x="687626" y="60667"/>
                    <a:pt x="697680" y="141081"/>
                  </a:cubicBezTo>
                  <a:cubicBezTo>
                    <a:pt x="603869" y="182843"/>
                    <a:pt x="547102" y="268997"/>
                    <a:pt x="562024" y="352718"/>
                  </a:cubicBezTo>
                  <a:lnTo>
                    <a:pt x="584367" y="347971"/>
                  </a:lnTo>
                  <a:cubicBezTo>
                    <a:pt x="570422" y="267354"/>
                    <a:pt x="633895" y="183716"/>
                    <a:pt x="732836" y="150639"/>
                  </a:cubicBezTo>
                  <a:cubicBezTo>
                    <a:pt x="738208" y="147500"/>
                    <a:pt x="743991" y="147205"/>
                    <a:pt x="749842" y="147205"/>
                  </a:cubicBezTo>
                  <a:cubicBezTo>
                    <a:pt x="844103" y="147205"/>
                    <a:pt x="920515" y="223618"/>
                    <a:pt x="920515" y="317877"/>
                  </a:cubicBezTo>
                  <a:lnTo>
                    <a:pt x="910716" y="366417"/>
                  </a:lnTo>
                  <a:lnTo>
                    <a:pt x="920515" y="366418"/>
                  </a:lnTo>
                  <a:lnTo>
                    <a:pt x="920515" y="371433"/>
                  </a:lnTo>
                  <a:cubicBezTo>
                    <a:pt x="997755" y="379016"/>
                    <a:pt x="1056877" y="445155"/>
                    <a:pt x="1056877" y="525101"/>
                  </a:cubicBezTo>
                  <a:lnTo>
                    <a:pt x="1047351" y="572282"/>
                  </a:lnTo>
                  <a:cubicBezTo>
                    <a:pt x="1119671" y="602218"/>
                    <a:pt x="1170491" y="673500"/>
                    <a:pt x="1170491" y="756650"/>
                  </a:cubicBezTo>
                  <a:cubicBezTo>
                    <a:pt x="1170490" y="802863"/>
                    <a:pt x="1154794" y="845409"/>
                    <a:pt x="1127569" y="878235"/>
                  </a:cubicBezTo>
                  <a:cubicBezTo>
                    <a:pt x="1080615" y="934488"/>
                    <a:pt x="1014142" y="959925"/>
                    <a:pt x="954678" y="939840"/>
                  </a:cubicBezTo>
                  <a:lnTo>
                    <a:pt x="947373" y="961469"/>
                  </a:lnTo>
                  <a:cubicBezTo>
                    <a:pt x="1000817" y="979520"/>
                    <a:pt x="1058949" y="966083"/>
                    <a:pt x="1106746" y="928282"/>
                  </a:cubicBezTo>
                  <a:cubicBezTo>
                    <a:pt x="1128548" y="955588"/>
                    <a:pt x="1138907" y="990708"/>
                    <a:pt x="1138907" y="1028247"/>
                  </a:cubicBezTo>
                  <a:cubicBezTo>
                    <a:pt x="1138907" y="1124134"/>
                    <a:pt x="1071328" y="1204237"/>
                    <a:pt x="981133" y="1223220"/>
                  </a:cubicBezTo>
                  <a:cubicBezTo>
                    <a:pt x="889088" y="1236998"/>
                    <a:pt x="805358" y="1200898"/>
                    <a:pt x="777272" y="1134408"/>
                  </a:cubicBezTo>
                  <a:cubicBezTo>
                    <a:pt x="791057" y="1124903"/>
                    <a:pt x="802061" y="1111678"/>
                    <a:pt x="810210" y="1096167"/>
                  </a:cubicBezTo>
                  <a:cubicBezTo>
                    <a:pt x="831546" y="1055553"/>
                    <a:pt x="830022" y="1005443"/>
                    <a:pt x="806195" y="964175"/>
                  </a:cubicBezTo>
                  <a:lnTo>
                    <a:pt x="787267" y="975103"/>
                  </a:lnTo>
                  <a:cubicBezTo>
                    <a:pt x="807161" y="1009560"/>
                    <a:pt x="808703" y="1051275"/>
                    <a:pt x="791333" y="1085110"/>
                  </a:cubicBezTo>
                  <a:cubicBezTo>
                    <a:pt x="784855" y="1097727"/>
                    <a:pt x="776117" y="1108536"/>
                    <a:pt x="763385" y="1114320"/>
                  </a:cubicBezTo>
                  <a:lnTo>
                    <a:pt x="744063" y="1119497"/>
                  </a:lnTo>
                  <a:lnTo>
                    <a:pt x="747716" y="1128718"/>
                  </a:lnTo>
                  <a:cubicBezTo>
                    <a:pt x="731558" y="1137628"/>
                    <a:pt x="712804" y="1141697"/>
                    <a:pt x="693327" y="1140344"/>
                  </a:cubicBezTo>
                  <a:cubicBezTo>
                    <a:pt x="655409" y="1137711"/>
                    <a:pt x="620494" y="1114908"/>
                    <a:pt x="601213" y="1080185"/>
                  </a:cubicBezTo>
                  <a:lnTo>
                    <a:pt x="582082" y="1090754"/>
                  </a:lnTo>
                  <a:cubicBezTo>
                    <a:pt x="605167" y="1132362"/>
                    <a:pt x="647281" y="1159482"/>
                    <a:pt x="693051" y="1162221"/>
                  </a:cubicBezTo>
                  <a:cubicBezTo>
                    <a:pt x="715413" y="1163558"/>
                    <a:pt x="736989" y="1158982"/>
                    <a:pt x="755684" y="1148835"/>
                  </a:cubicBezTo>
                  <a:cubicBezTo>
                    <a:pt x="792539" y="1222022"/>
                    <a:pt x="887119" y="1262260"/>
                    <a:pt x="989751" y="1247587"/>
                  </a:cubicBezTo>
                  <a:cubicBezTo>
                    <a:pt x="1000157" y="1267987"/>
                    <a:pt x="1004489" y="1291252"/>
                    <a:pt x="1004488" y="1315531"/>
                  </a:cubicBezTo>
                  <a:cubicBezTo>
                    <a:pt x="1004488" y="1381750"/>
                    <a:pt x="972258" y="1440443"/>
                    <a:pt x="920375" y="1473506"/>
                  </a:cubicBezTo>
                  <a:lnTo>
                    <a:pt x="913116" y="1474079"/>
                  </a:lnTo>
                  <a:cubicBezTo>
                    <a:pt x="850536" y="1469665"/>
                    <a:pt x="794159" y="1430126"/>
                    <a:pt x="766796" y="1371458"/>
                  </a:cubicBezTo>
                  <a:lnTo>
                    <a:pt x="746323" y="1380801"/>
                  </a:lnTo>
                  <a:cubicBezTo>
                    <a:pt x="776874" y="1446464"/>
                    <a:pt x="839753" y="1490827"/>
                    <a:pt x="909888" y="1496052"/>
                  </a:cubicBezTo>
                  <a:cubicBezTo>
                    <a:pt x="891948" y="1561049"/>
                    <a:pt x="840393" y="1611456"/>
                    <a:pt x="774838" y="1628054"/>
                  </a:cubicBezTo>
                  <a:cubicBezTo>
                    <a:pt x="686646" y="1642970"/>
                    <a:pt x="605133" y="1612285"/>
                    <a:pt x="571751" y="1552195"/>
                  </a:cubicBezTo>
                  <a:lnTo>
                    <a:pt x="550649" y="1566422"/>
                  </a:lnTo>
                  <a:cubicBezTo>
                    <a:pt x="577499" y="1609979"/>
                    <a:pt x="626419" y="1639383"/>
                    <a:pt x="685031" y="1648114"/>
                  </a:cubicBezTo>
                  <a:cubicBezTo>
                    <a:pt x="659684" y="1706013"/>
                    <a:pt x="601329" y="1745210"/>
                    <a:pt x="533818" y="1745209"/>
                  </a:cubicBezTo>
                  <a:cubicBezTo>
                    <a:pt x="455549" y="1745210"/>
                    <a:pt x="416747" y="1692524"/>
                    <a:pt x="372301" y="1619888"/>
                  </a:cubicBezTo>
                  <a:lnTo>
                    <a:pt x="366380" y="1592106"/>
                  </a:lnTo>
                  <a:cubicBezTo>
                    <a:pt x="305091" y="1567105"/>
                    <a:pt x="259811" y="1511085"/>
                    <a:pt x="250590" y="1443452"/>
                  </a:cubicBezTo>
                  <a:cubicBezTo>
                    <a:pt x="203712" y="1453117"/>
                    <a:pt x="158965" y="1444975"/>
                    <a:pt x="117260" y="1407178"/>
                  </a:cubicBezTo>
                  <a:cubicBezTo>
                    <a:pt x="55030" y="1350772"/>
                    <a:pt x="44039" y="1258933"/>
                    <a:pt x="90593" y="1192598"/>
                  </a:cubicBezTo>
                  <a:cubicBezTo>
                    <a:pt x="186799" y="1224213"/>
                    <a:pt x="285304" y="1199642"/>
                    <a:pt x="330760" y="1129474"/>
                  </a:cubicBezTo>
                  <a:lnTo>
                    <a:pt x="344999" y="1132822"/>
                  </a:lnTo>
                  <a:cubicBezTo>
                    <a:pt x="420009" y="1139731"/>
                    <a:pt x="490500" y="1101048"/>
                    <a:pt x="524987" y="1034051"/>
                  </a:cubicBezTo>
                  <a:lnTo>
                    <a:pt x="505360" y="1023014"/>
                  </a:lnTo>
                  <a:cubicBezTo>
                    <a:pt x="475089" y="1082544"/>
                    <a:pt x="412689" y="1116790"/>
                    <a:pt x="346243" y="1110339"/>
                  </a:cubicBezTo>
                  <a:cubicBezTo>
                    <a:pt x="283801" y="1104277"/>
                    <a:pt x="228486" y="1063265"/>
                    <a:pt x="202679" y="1003895"/>
                  </a:cubicBezTo>
                  <a:lnTo>
                    <a:pt x="181967" y="1012696"/>
                  </a:lnTo>
                  <a:cubicBezTo>
                    <a:pt x="205492" y="1066954"/>
                    <a:pt x="250941" y="1107583"/>
                    <a:pt x="305288" y="1123484"/>
                  </a:cubicBezTo>
                  <a:cubicBezTo>
                    <a:pt x="260051" y="1186174"/>
                    <a:pt x="162021" y="1201884"/>
                    <a:pt x="70961" y="1161909"/>
                  </a:cubicBezTo>
                  <a:cubicBezTo>
                    <a:pt x="64874" y="1160625"/>
                    <a:pt x="60391" y="1156961"/>
                    <a:pt x="56055" y="1153032"/>
                  </a:cubicBezTo>
                  <a:cubicBezTo>
                    <a:pt x="-13786" y="1089729"/>
                    <a:pt x="-19088" y="981796"/>
                    <a:pt x="44214" y="911953"/>
                  </a:cubicBezTo>
                  <a:lnTo>
                    <a:pt x="84073" y="882569"/>
                  </a:lnTo>
                  <a:lnTo>
                    <a:pt x="76811" y="875989"/>
                  </a:lnTo>
                  <a:lnTo>
                    <a:pt x="80179" y="872273"/>
                  </a:lnTo>
                  <a:cubicBezTo>
                    <a:pt x="28040" y="814783"/>
                    <a:pt x="28651" y="726072"/>
                    <a:pt x="82340" y="666836"/>
                  </a:cubicBezTo>
                  <a:lnTo>
                    <a:pt x="121082" y="638275"/>
                  </a:lnTo>
                  <a:cubicBezTo>
                    <a:pt x="89526" y="571593"/>
                    <a:pt x="96788" y="490523"/>
                    <a:pt x="145805" y="430894"/>
                  </a:cubicBezTo>
                  <a:cubicBezTo>
                    <a:pt x="198586" y="400645"/>
                    <a:pt x="259015" y="385179"/>
                    <a:pt x="321878" y="383347"/>
                  </a:cubicBezTo>
                  <a:lnTo>
                    <a:pt x="321111" y="357014"/>
                  </a:lnTo>
                  <a:cubicBezTo>
                    <a:pt x="257723" y="358862"/>
                    <a:pt x="196668" y="373772"/>
                    <a:pt x="141180" y="399723"/>
                  </a:cubicBezTo>
                  <a:cubicBezTo>
                    <a:pt x="117813" y="370058"/>
                    <a:pt x="106816" y="332072"/>
                    <a:pt x="106816" y="291518"/>
                  </a:cubicBezTo>
                  <a:cubicBezTo>
                    <a:pt x="106816" y="170286"/>
                    <a:pt x="205094" y="72008"/>
                    <a:pt x="326327" y="72008"/>
                  </a:cubicBezTo>
                  <a:cubicBezTo>
                    <a:pt x="350305" y="72008"/>
                    <a:pt x="373385" y="75853"/>
                    <a:pt x="394659" y="83948"/>
                  </a:cubicBezTo>
                  <a:cubicBezTo>
                    <a:pt x="425371" y="33609"/>
                    <a:pt x="467237" y="0"/>
                    <a:pt x="533817"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grpSp>
      <p:sp>
        <p:nvSpPr>
          <p:cNvPr id="208" name="Google Shape;208;p37"/>
          <p:cNvSpPr/>
          <p:nvPr/>
        </p:nvSpPr>
        <p:spPr>
          <a:xfrm>
            <a:off x="4418758" y="4205806"/>
            <a:ext cx="226131" cy="270832"/>
          </a:xfrm>
          <a:custGeom>
            <a:avLst/>
            <a:gdLst/>
            <a:ahLst/>
            <a:cxnLst/>
            <a:rect l="l" t="t" r="r" b="b"/>
            <a:pathLst>
              <a:path w="2926108" h="3216409" extrusionOk="0">
                <a:moveTo>
                  <a:pt x="1150286" y="2039882"/>
                </a:moveTo>
                <a:cubicBezTo>
                  <a:pt x="1216487" y="2110220"/>
                  <a:pt x="1249586" y="2238485"/>
                  <a:pt x="1348889" y="2250897"/>
                </a:cubicBezTo>
                <a:cubicBezTo>
                  <a:pt x="1452327" y="2213659"/>
                  <a:pt x="1530941" y="2147458"/>
                  <a:pt x="1597142" y="2052295"/>
                </a:cubicBezTo>
                <a:cubicBezTo>
                  <a:pt x="1634380" y="2030228"/>
                  <a:pt x="1712994" y="2049536"/>
                  <a:pt x="1721269" y="2072982"/>
                </a:cubicBezTo>
                <a:cubicBezTo>
                  <a:pt x="1533700" y="2362611"/>
                  <a:pt x="1615072" y="2763954"/>
                  <a:pt x="1568179" y="2830155"/>
                </a:cubicBezTo>
                <a:cubicBezTo>
                  <a:pt x="1391644" y="2965315"/>
                  <a:pt x="1231658" y="2893598"/>
                  <a:pt x="1063398" y="2925319"/>
                </a:cubicBezTo>
                <a:cubicBezTo>
                  <a:pt x="925479" y="2954282"/>
                  <a:pt x="820660" y="3107371"/>
                  <a:pt x="686879" y="3148747"/>
                </a:cubicBezTo>
                <a:cubicBezTo>
                  <a:pt x="536548" y="3184606"/>
                  <a:pt x="373804" y="3224602"/>
                  <a:pt x="215198" y="3214948"/>
                </a:cubicBezTo>
                <a:cubicBezTo>
                  <a:pt x="93829" y="3209431"/>
                  <a:pt x="71763" y="3046687"/>
                  <a:pt x="136584" y="2925318"/>
                </a:cubicBezTo>
                <a:cubicBezTo>
                  <a:pt x="168305" y="2828775"/>
                  <a:pt x="121415" y="2802571"/>
                  <a:pt x="107623" y="2710165"/>
                </a:cubicBezTo>
                <a:cubicBezTo>
                  <a:pt x="111150" y="2693172"/>
                  <a:pt x="127647" y="2691385"/>
                  <a:pt x="158288" y="2695563"/>
                </a:cubicBezTo>
                <a:lnTo>
                  <a:pt x="158288" y="2626239"/>
                </a:lnTo>
                <a:lnTo>
                  <a:pt x="266288" y="2626239"/>
                </a:lnTo>
                <a:lnTo>
                  <a:pt x="266288" y="2708276"/>
                </a:lnTo>
                <a:lnTo>
                  <a:pt x="307224" y="2711894"/>
                </a:lnTo>
                <a:lnTo>
                  <a:pt x="307224" y="2626239"/>
                </a:lnTo>
                <a:lnTo>
                  <a:pt x="415224" y="2626239"/>
                </a:lnTo>
                <a:lnTo>
                  <a:pt x="415224" y="2711420"/>
                </a:lnTo>
                <a:cubicBezTo>
                  <a:pt x="428487" y="2711947"/>
                  <a:pt x="442136" y="2710942"/>
                  <a:pt x="456160" y="2708700"/>
                </a:cubicBezTo>
                <a:lnTo>
                  <a:pt x="456160" y="2617963"/>
                </a:lnTo>
                <a:lnTo>
                  <a:pt x="564160" y="2617963"/>
                </a:lnTo>
                <a:lnTo>
                  <a:pt x="564160" y="2692500"/>
                </a:lnTo>
                <a:cubicBezTo>
                  <a:pt x="577696" y="2691220"/>
                  <a:pt x="591289" y="2688332"/>
                  <a:pt x="605096" y="2684680"/>
                </a:cubicBezTo>
                <a:lnTo>
                  <a:pt x="605096" y="2601411"/>
                </a:lnTo>
                <a:lnTo>
                  <a:pt x="713096" y="2601411"/>
                </a:lnTo>
                <a:lnTo>
                  <a:pt x="713096" y="2654658"/>
                </a:lnTo>
                <a:lnTo>
                  <a:pt x="754032" y="2641463"/>
                </a:lnTo>
                <a:lnTo>
                  <a:pt x="754032" y="2580721"/>
                </a:lnTo>
                <a:lnTo>
                  <a:pt x="862032" y="2580721"/>
                </a:lnTo>
                <a:lnTo>
                  <a:pt x="862032" y="2599792"/>
                </a:lnTo>
                <a:cubicBezTo>
                  <a:pt x="897454" y="2584791"/>
                  <a:pt x="934214" y="2567836"/>
                  <a:pt x="972371" y="2548802"/>
                </a:cubicBezTo>
                <a:cubicBezTo>
                  <a:pt x="1030297" y="2506047"/>
                  <a:pt x="939271" y="2219176"/>
                  <a:pt x="947546" y="2122633"/>
                </a:cubicBezTo>
                <a:cubicBezTo>
                  <a:pt x="957201" y="2082636"/>
                  <a:pt x="1082706" y="2067466"/>
                  <a:pt x="1150286" y="2039882"/>
                </a:cubicBezTo>
                <a:close/>
                <a:moveTo>
                  <a:pt x="394278" y="1320337"/>
                </a:moveTo>
                <a:cubicBezTo>
                  <a:pt x="356565" y="1315036"/>
                  <a:pt x="316914" y="1320983"/>
                  <a:pt x="277262" y="1344774"/>
                </a:cubicBezTo>
                <a:cubicBezTo>
                  <a:pt x="169686" y="1368221"/>
                  <a:pt x="281399" y="1532343"/>
                  <a:pt x="314500" y="1626128"/>
                </a:cubicBezTo>
                <a:cubicBezTo>
                  <a:pt x="335188" y="1715776"/>
                  <a:pt x="306225" y="1838523"/>
                  <a:pt x="376563" y="1820593"/>
                </a:cubicBezTo>
                <a:cubicBezTo>
                  <a:pt x="535169" y="1786113"/>
                  <a:pt x="681363" y="1673020"/>
                  <a:pt x="628954" y="1493726"/>
                </a:cubicBezTo>
                <a:cubicBezTo>
                  <a:pt x="603094" y="1453384"/>
                  <a:pt x="507414" y="1336241"/>
                  <a:pt x="394278" y="1320337"/>
                </a:cubicBezTo>
                <a:close/>
                <a:moveTo>
                  <a:pt x="1526804" y="66"/>
                </a:moveTo>
                <a:cubicBezTo>
                  <a:pt x="2066065" y="2824"/>
                  <a:pt x="2621877" y="129710"/>
                  <a:pt x="2896335" y="1038593"/>
                </a:cubicBezTo>
                <a:cubicBezTo>
                  <a:pt x="3057700" y="1564063"/>
                  <a:pt x="2532230" y="2366749"/>
                  <a:pt x="2064686" y="2292273"/>
                </a:cubicBezTo>
                <a:cubicBezTo>
                  <a:pt x="1885392" y="2267447"/>
                  <a:pt x="1950214" y="2015056"/>
                  <a:pt x="1555767" y="1940580"/>
                </a:cubicBezTo>
                <a:cubicBezTo>
                  <a:pt x="1179249" y="1868862"/>
                  <a:pt x="732393" y="2186075"/>
                  <a:pt x="554478" y="2159871"/>
                </a:cubicBezTo>
                <a:cubicBezTo>
                  <a:pt x="466211" y="2141942"/>
                  <a:pt x="394493" y="1904722"/>
                  <a:pt x="364151" y="1932305"/>
                </a:cubicBezTo>
                <a:cubicBezTo>
                  <a:pt x="322774" y="1970922"/>
                  <a:pt x="405526" y="2146079"/>
                  <a:pt x="467589" y="2205384"/>
                </a:cubicBezTo>
                <a:cubicBezTo>
                  <a:pt x="525515" y="2241243"/>
                  <a:pt x="732393" y="2202626"/>
                  <a:pt x="873070" y="2139183"/>
                </a:cubicBezTo>
                <a:cubicBezTo>
                  <a:pt x="913066" y="2128149"/>
                  <a:pt x="870312" y="2253655"/>
                  <a:pt x="877208" y="2333648"/>
                </a:cubicBezTo>
                <a:lnTo>
                  <a:pt x="862033" y="2337135"/>
                </a:lnTo>
                <a:lnTo>
                  <a:pt x="862033" y="2415799"/>
                </a:lnTo>
                <a:lnTo>
                  <a:pt x="754033" y="2415799"/>
                </a:lnTo>
                <a:lnTo>
                  <a:pt x="754033" y="2360695"/>
                </a:lnTo>
                <a:lnTo>
                  <a:pt x="713097" y="2366601"/>
                </a:lnTo>
                <a:lnTo>
                  <a:pt x="713097" y="2428213"/>
                </a:lnTo>
                <a:lnTo>
                  <a:pt x="605097" y="2428213"/>
                </a:lnTo>
                <a:lnTo>
                  <a:pt x="605097" y="2379641"/>
                </a:lnTo>
                <a:lnTo>
                  <a:pt x="564161" y="2382960"/>
                </a:lnTo>
                <a:lnTo>
                  <a:pt x="564161" y="2436489"/>
                </a:lnTo>
                <a:lnTo>
                  <a:pt x="456161" y="2436489"/>
                </a:lnTo>
                <a:lnTo>
                  <a:pt x="456161" y="2388351"/>
                </a:lnTo>
                <a:lnTo>
                  <a:pt x="415225" y="2389346"/>
                </a:lnTo>
                <a:lnTo>
                  <a:pt x="415225" y="2436489"/>
                </a:lnTo>
                <a:lnTo>
                  <a:pt x="307225" y="2436489"/>
                </a:lnTo>
                <a:lnTo>
                  <a:pt x="307225" y="2386989"/>
                </a:lnTo>
                <a:cubicBezTo>
                  <a:pt x="293173" y="2387203"/>
                  <a:pt x="279516" y="2386340"/>
                  <a:pt x="266289" y="2385150"/>
                </a:cubicBezTo>
                <a:lnTo>
                  <a:pt x="266289" y="2428213"/>
                </a:lnTo>
                <a:lnTo>
                  <a:pt x="158289" y="2428213"/>
                </a:lnTo>
                <a:lnTo>
                  <a:pt x="158289" y="2370613"/>
                </a:lnTo>
                <a:cubicBezTo>
                  <a:pt x="107017" y="2360332"/>
                  <a:pt x="72014" y="2345184"/>
                  <a:pt x="62108" y="2325373"/>
                </a:cubicBezTo>
                <a:cubicBezTo>
                  <a:pt x="37284" y="2261930"/>
                  <a:pt x="103484" y="2223314"/>
                  <a:pt x="124172" y="2172284"/>
                </a:cubicBezTo>
                <a:cubicBezTo>
                  <a:pt x="111759" y="2144700"/>
                  <a:pt x="74522" y="2141942"/>
                  <a:pt x="86934" y="2089533"/>
                </a:cubicBezTo>
                <a:cubicBezTo>
                  <a:pt x="96588" y="2053674"/>
                  <a:pt x="242782" y="2030228"/>
                  <a:pt x="264849" y="1994369"/>
                </a:cubicBezTo>
                <a:cubicBezTo>
                  <a:pt x="273125" y="1919892"/>
                  <a:pt x="-4093" y="1721291"/>
                  <a:pt x="45" y="1671639"/>
                </a:cubicBezTo>
                <a:cubicBezTo>
                  <a:pt x="12458" y="1619230"/>
                  <a:pt x="124172" y="1558546"/>
                  <a:pt x="190373" y="1477174"/>
                </a:cubicBezTo>
                <a:cubicBezTo>
                  <a:pt x="222094" y="1438557"/>
                  <a:pt x="80038" y="1267538"/>
                  <a:pt x="91072" y="1224783"/>
                </a:cubicBezTo>
                <a:cubicBezTo>
                  <a:pt x="111760" y="1092381"/>
                  <a:pt x="240023" y="943429"/>
                  <a:pt x="264849" y="703451"/>
                </a:cubicBezTo>
                <a:cubicBezTo>
                  <a:pt x="342084" y="332450"/>
                  <a:pt x="961338" y="-5451"/>
                  <a:pt x="1526804" y="66"/>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09" name="Google Shape;209;p37"/>
          <p:cNvSpPr/>
          <p:nvPr/>
        </p:nvSpPr>
        <p:spPr>
          <a:xfrm>
            <a:off x="7333233" y="4196098"/>
            <a:ext cx="276223" cy="290248"/>
          </a:xfrm>
          <a:custGeom>
            <a:avLst/>
            <a:gdLst/>
            <a:ahLst/>
            <a:cxnLst/>
            <a:rect l="l" t="t" r="r" b="b"/>
            <a:pathLst>
              <a:path w="3745816" h="3316502" extrusionOk="0">
                <a:moveTo>
                  <a:pt x="2500704" y="2026790"/>
                </a:moveTo>
                <a:cubicBezTo>
                  <a:pt x="2380149" y="2047261"/>
                  <a:pt x="2334656" y="2081381"/>
                  <a:pt x="2261868" y="2108676"/>
                </a:cubicBezTo>
                <a:cubicBezTo>
                  <a:pt x="2220926" y="2245154"/>
                  <a:pt x="2248220" y="2327040"/>
                  <a:pt x="2364227" y="2313393"/>
                </a:cubicBezTo>
                <a:cubicBezTo>
                  <a:pt x="2491606" y="2272450"/>
                  <a:pt x="2502979" y="2190563"/>
                  <a:pt x="2500704" y="2026790"/>
                </a:cubicBezTo>
                <a:close/>
                <a:moveTo>
                  <a:pt x="1245112" y="2026790"/>
                </a:moveTo>
                <a:cubicBezTo>
                  <a:pt x="1242837" y="2190563"/>
                  <a:pt x="1254210" y="2272450"/>
                  <a:pt x="1381589" y="2313393"/>
                </a:cubicBezTo>
                <a:cubicBezTo>
                  <a:pt x="1497596" y="2327040"/>
                  <a:pt x="1524890" y="2245154"/>
                  <a:pt x="1483948" y="2108676"/>
                </a:cubicBezTo>
                <a:cubicBezTo>
                  <a:pt x="1411160" y="2081381"/>
                  <a:pt x="1365667" y="2047261"/>
                  <a:pt x="1245112" y="2026790"/>
                </a:cubicBezTo>
                <a:close/>
                <a:moveTo>
                  <a:pt x="3185000" y="1670667"/>
                </a:moveTo>
                <a:cubicBezTo>
                  <a:pt x="3206444" y="1672444"/>
                  <a:pt x="3226596" y="1679339"/>
                  <a:pt x="3244509" y="1692418"/>
                </a:cubicBezTo>
                <a:cubicBezTo>
                  <a:pt x="3340044" y="1731086"/>
                  <a:pt x="3210389" y="1885761"/>
                  <a:pt x="3380986" y="1856191"/>
                </a:cubicBezTo>
                <a:cubicBezTo>
                  <a:pt x="3424203" y="1826621"/>
                  <a:pt x="3528837" y="1837994"/>
                  <a:pt x="3599350" y="1903959"/>
                </a:cubicBezTo>
                <a:cubicBezTo>
                  <a:pt x="3647117" y="1983571"/>
                  <a:pt x="3783594" y="2056359"/>
                  <a:pt x="3735827" y="2142795"/>
                </a:cubicBezTo>
                <a:cubicBezTo>
                  <a:pt x="3653941" y="2374806"/>
                  <a:pt x="3606173" y="2422574"/>
                  <a:pt x="3572054" y="2620466"/>
                </a:cubicBezTo>
                <a:cubicBezTo>
                  <a:pt x="3574328" y="2882048"/>
                  <a:pt x="3542485" y="3061744"/>
                  <a:pt x="3551583" y="3316502"/>
                </a:cubicBezTo>
                <a:lnTo>
                  <a:pt x="3292276" y="3302855"/>
                </a:lnTo>
                <a:cubicBezTo>
                  <a:pt x="3310472" y="3025350"/>
                  <a:pt x="3315022" y="2788789"/>
                  <a:pt x="3271804" y="2511284"/>
                </a:cubicBezTo>
                <a:cubicBezTo>
                  <a:pt x="3217213" y="2465791"/>
                  <a:pt x="3189917" y="2399828"/>
                  <a:pt x="3278628" y="2272449"/>
                </a:cubicBezTo>
                <a:cubicBezTo>
                  <a:pt x="3244509" y="2190562"/>
                  <a:pt x="3271804" y="2142795"/>
                  <a:pt x="3128502" y="2108675"/>
                </a:cubicBezTo>
                <a:cubicBezTo>
                  <a:pt x="3042066" y="2051809"/>
                  <a:pt x="2921512" y="2165541"/>
                  <a:pt x="2869195" y="2019965"/>
                </a:cubicBezTo>
                <a:cubicBezTo>
                  <a:pt x="2821427" y="1896567"/>
                  <a:pt x="3034887" y="1658228"/>
                  <a:pt x="3185000" y="1670667"/>
                </a:cubicBezTo>
                <a:close/>
                <a:moveTo>
                  <a:pt x="560816" y="1670667"/>
                </a:moveTo>
                <a:cubicBezTo>
                  <a:pt x="710929" y="1658228"/>
                  <a:pt x="924389" y="1896567"/>
                  <a:pt x="876621" y="2019965"/>
                </a:cubicBezTo>
                <a:cubicBezTo>
                  <a:pt x="824304" y="2165541"/>
                  <a:pt x="703750" y="2051809"/>
                  <a:pt x="617314" y="2108675"/>
                </a:cubicBezTo>
                <a:cubicBezTo>
                  <a:pt x="474012" y="2142795"/>
                  <a:pt x="501307" y="2190562"/>
                  <a:pt x="467188" y="2272449"/>
                </a:cubicBezTo>
                <a:cubicBezTo>
                  <a:pt x="555899" y="2399828"/>
                  <a:pt x="528603" y="2465791"/>
                  <a:pt x="474012" y="2511284"/>
                </a:cubicBezTo>
                <a:cubicBezTo>
                  <a:pt x="430794" y="2788789"/>
                  <a:pt x="435344" y="3025350"/>
                  <a:pt x="453540" y="3302855"/>
                </a:cubicBezTo>
                <a:lnTo>
                  <a:pt x="194233" y="3316502"/>
                </a:lnTo>
                <a:cubicBezTo>
                  <a:pt x="203331" y="3061744"/>
                  <a:pt x="171488" y="2882048"/>
                  <a:pt x="173762" y="2620466"/>
                </a:cubicBezTo>
                <a:cubicBezTo>
                  <a:pt x="139643" y="2422574"/>
                  <a:pt x="91875" y="2374806"/>
                  <a:pt x="9989" y="2142795"/>
                </a:cubicBezTo>
                <a:cubicBezTo>
                  <a:pt x="-37778" y="2056359"/>
                  <a:pt x="98699" y="1983571"/>
                  <a:pt x="146466" y="1903959"/>
                </a:cubicBezTo>
                <a:cubicBezTo>
                  <a:pt x="216979" y="1837994"/>
                  <a:pt x="321613" y="1826621"/>
                  <a:pt x="364830" y="1856191"/>
                </a:cubicBezTo>
                <a:cubicBezTo>
                  <a:pt x="535427" y="1885761"/>
                  <a:pt x="405772" y="1731086"/>
                  <a:pt x="501307" y="1692418"/>
                </a:cubicBezTo>
                <a:cubicBezTo>
                  <a:pt x="519220" y="1679339"/>
                  <a:pt x="539372" y="1672444"/>
                  <a:pt x="560816" y="1670667"/>
                </a:cubicBezTo>
                <a:close/>
                <a:moveTo>
                  <a:pt x="2609647" y="1003649"/>
                </a:moveTo>
                <a:cubicBezTo>
                  <a:pt x="2444889" y="994437"/>
                  <a:pt x="2381715" y="1312839"/>
                  <a:pt x="2234575" y="1385343"/>
                </a:cubicBezTo>
                <a:cubicBezTo>
                  <a:pt x="2013936" y="1460406"/>
                  <a:pt x="1963895" y="1651474"/>
                  <a:pt x="1968444" y="1951725"/>
                </a:cubicBezTo>
                <a:cubicBezTo>
                  <a:pt x="1979817" y="2035887"/>
                  <a:pt x="2134492" y="1956274"/>
                  <a:pt x="2248223" y="1897134"/>
                </a:cubicBezTo>
                <a:cubicBezTo>
                  <a:pt x="2393799" y="1812972"/>
                  <a:pt x="2839626" y="1121486"/>
                  <a:pt x="2644008" y="1010029"/>
                </a:cubicBezTo>
                <a:cubicBezTo>
                  <a:pt x="2632066" y="1006333"/>
                  <a:pt x="2620631" y="1004263"/>
                  <a:pt x="2609647" y="1003649"/>
                </a:cubicBezTo>
                <a:close/>
                <a:moveTo>
                  <a:pt x="1136169" y="1003649"/>
                </a:moveTo>
                <a:cubicBezTo>
                  <a:pt x="1125185" y="1004263"/>
                  <a:pt x="1113750" y="1006333"/>
                  <a:pt x="1101808" y="1010029"/>
                </a:cubicBezTo>
                <a:cubicBezTo>
                  <a:pt x="906190" y="1121486"/>
                  <a:pt x="1352017" y="1812972"/>
                  <a:pt x="1497593" y="1897134"/>
                </a:cubicBezTo>
                <a:cubicBezTo>
                  <a:pt x="1611324" y="1956274"/>
                  <a:pt x="1765999" y="2035887"/>
                  <a:pt x="1777372" y="1951725"/>
                </a:cubicBezTo>
                <a:cubicBezTo>
                  <a:pt x="1781921" y="1651474"/>
                  <a:pt x="1731880" y="1460406"/>
                  <a:pt x="1511241" y="1385343"/>
                </a:cubicBezTo>
                <a:cubicBezTo>
                  <a:pt x="1364101" y="1312839"/>
                  <a:pt x="1300927" y="994437"/>
                  <a:pt x="1136169" y="1003649"/>
                </a:cubicBezTo>
                <a:close/>
                <a:moveTo>
                  <a:pt x="665081" y="96"/>
                </a:moveTo>
                <a:cubicBezTo>
                  <a:pt x="1486802" y="-2174"/>
                  <a:pt x="1309537" y="573200"/>
                  <a:pt x="1862679" y="634117"/>
                </a:cubicBezTo>
                <a:cubicBezTo>
                  <a:pt x="2415888" y="573192"/>
                  <a:pt x="2259021" y="-2174"/>
                  <a:pt x="3080735" y="96"/>
                </a:cubicBezTo>
                <a:cubicBezTo>
                  <a:pt x="3608448" y="-9003"/>
                  <a:pt x="3767673" y="636991"/>
                  <a:pt x="3619822" y="921320"/>
                </a:cubicBezTo>
                <a:cubicBezTo>
                  <a:pt x="3590251" y="1010030"/>
                  <a:pt x="3519739" y="941793"/>
                  <a:pt x="3456049" y="955441"/>
                </a:cubicBezTo>
                <a:cubicBezTo>
                  <a:pt x="3416937" y="1011300"/>
                  <a:pt x="3385716" y="1096130"/>
                  <a:pt x="3370271" y="1159232"/>
                </a:cubicBezTo>
                <a:lnTo>
                  <a:pt x="3189917" y="1317105"/>
                </a:lnTo>
                <a:cubicBezTo>
                  <a:pt x="3271804" y="1426286"/>
                  <a:pt x="3258156" y="1555942"/>
                  <a:pt x="3155798" y="1596884"/>
                </a:cubicBezTo>
                <a:cubicBezTo>
                  <a:pt x="2973828" y="1651475"/>
                  <a:pt x="2866920" y="1726538"/>
                  <a:pt x="2848723" y="1842544"/>
                </a:cubicBezTo>
                <a:cubicBezTo>
                  <a:pt x="2830525" y="2001768"/>
                  <a:pt x="2832803" y="2481714"/>
                  <a:pt x="2650831" y="2518108"/>
                </a:cubicBezTo>
                <a:cubicBezTo>
                  <a:pt x="2498431" y="2522657"/>
                  <a:pt x="2373325" y="2513559"/>
                  <a:pt x="2193630" y="2531756"/>
                </a:cubicBezTo>
                <a:cubicBezTo>
                  <a:pt x="2088997" y="2522657"/>
                  <a:pt x="1998012" y="2349785"/>
                  <a:pt x="1941147" y="2211033"/>
                </a:cubicBezTo>
                <a:lnTo>
                  <a:pt x="1872908" y="2313392"/>
                </a:lnTo>
                <a:lnTo>
                  <a:pt x="1804669" y="2211033"/>
                </a:lnTo>
                <a:cubicBezTo>
                  <a:pt x="1747804" y="2349785"/>
                  <a:pt x="1656819" y="2522657"/>
                  <a:pt x="1552186" y="2531756"/>
                </a:cubicBezTo>
                <a:cubicBezTo>
                  <a:pt x="1372491" y="2513559"/>
                  <a:pt x="1247385" y="2522657"/>
                  <a:pt x="1094985" y="2518108"/>
                </a:cubicBezTo>
                <a:cubicBezTo>
                  <a:pt x="913013" y="2481714"/>
                  <a:pt x="915291" y="2001768"/>
                  <a:pt x="897093" y="1842544"/>
                </a:cubicBezTo>
                <a:cubicBezTo>
                  <a:pt x="878896" y="1726538"/>
                  <a:pt x="771988" y="1651475"/>
                  <a:pt x="590018" y="1596884"/>
                </a:cubicBezTo>
                <a:cubicBezTo>
                  <a:pt x="487660" y="1555942"/>
                  <a:pt x="474012" y="1426286"/>
                  <a:pt x="555899" y="1317105"/>
                </a:cubicBezTo>
                <a:cubicBezTo>
                  <a:pt x="497354" y="1247580"/>
                  <a:pt x="494034" y="1228756"/>
                  <a:pt x="380265" y="1173717"/>
                </a:cubicBezTo>
                <a:cubicBezTo>
                  <a:pt x="350099" y="1122687"/>
                  <a:pt x="319933" y="1057172"/>
                  <a:pt x="289767" y="1006142"/>
                </a:cubicBezTo>
                <a:cubicBezTo>
                  <a:pt x="226077" y="992494"/>
                  <a:pt x="155565" y="1010030"/>
                  <a:pt x="125994" y="921320"/>
                </a:cubicBezTo>
                <a:cubicBezTo>
                  <a:pt x="-21857" y="636991"/>
                  <a:pt x="137368" y="-9003"/>
                  <a:pt x="665081" y="96"/>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0" name="Google Shape;210;p37"/>
          <p:cNvSpPr/>
          <p:nvPr/>
        </p:nvSpPr>
        <p:spPr>
          <a:xfrm>
            <a:off x="4438145" y="4821670"/>
            <a:ext cx="187357" cy="290248"/>
          </a:xfrm>
          <a:custGeom>
            <a:avLst/>
            <a:gdLst/>
            <a:ahLst/>
            <a:cxnLst/>
            <a:rect l="l" t="t" r="r" b="b"/>
            <a:pathLst>
              <a:path w="2273269" h="3232141" extrusionOk="0">
                <a:moveTo>
                  <a:pt x="1301358" y="1224998"/>
                </a:moveTo>
                <a:cubicBezTo>
                  <a:pt x="1288512" y="1224739"/>
                  <a:pt x="1275404" y="1226994"/>
                  <a:pt x="1262722" y="1232060"/>
                </a:cubicBezTo>
                <a:cubicBezTo>
                  <a:pt x="1224020" y="1247517"/>
                  <a:pt x="1200469" y="1284678"/>
                  <a:pt x="1200858" y="1323955"/>
                </a:cubicBezTo>
                <a:lnTo>
                  <a:pt x="1068969" y="1816173"/>
                </a:lnTo>
                <a:lnTo>
                  <a:pt x="975827" y="1468563"/>
                </a:lnTo>
                <a:cubicBezTo>
                  <a:pt x="965224" y="1428990"/>
                  <a:pt x="932065" y="1401484"/>
                  <a:pt x="893889" y="1396168"/>
                </a:cubicBezTo>
                <a:cubicBezTo>
                  <a:pt x="887581" y="1395290"/>
                  <a:pt x="881136" y="1395017"/>
                  <a:pt x="874749" y="1397368"/>
                </a:cubicBezTo>
                <a:lnTo>
                  <a:pt x="873048" y="1397069"/>
                </a:lnTo>
                <a:cubicBezTo>
                  <a:pt x="871822" y="1397102"/>
                  <a:pt x="870599" y="1397158"/>
                  <a:pt x="869409" y="1397702"/>
                </a:cubicBezTo>
                <a:lnTo>
                  <a:pt x="854690" y="1398625"/>
                </a:lnTo>
                <a:cubicBezTo>
                  <a:pt x="852870" y="1399112"/>
                  <a:pt x="851076" y="1399648"/>
                  <a:pt x="849610" y="1401148"/>
                </a:cubicBezTo>
                <a:cubicBezTo>
                  <a:pt x="820426" y="1408603"/>
                  <a:pt x="795399" y="1429720"/>
                  <a:pt x="783580" y="1459921"/>
                </a:cubicBezTo>
                <a:lnTo>
                  <a:pt x="576552" y="1988920"/>
                </a:lnTo>
                <a:lnTo>
                  <a:pt x="360960" y="1988920"/>
                </a:lnTo>
                <a:cubicBezTo>
                  <a:pt x="306335" y="1988920"/>
                  <a:pt x="262052" y="2033203"/>
                  <a:pt x="262052" y="2087828"/>
                </a:cubicBezTo>
                <a:cubicBezTo>
                  <a:pt x="262052" y="2142453"/>
                  <a:pt x="306335" y="2186736"/>
                  <a:pt x="360960" y="2186736"/>
                </a:cubicBezTo>
                <a:lnTo>
                  <a:pt x="624414" y="2186736"/>
                </a:lnTo>
                <a:cubicBezTo>
                  <a:pt x="655679" y="2194749"/>
                  <a:pt x="687884" y="2184847"/>
                  <a:pt x="710155" y="2162843"/>
                </a:cubicBezTo>
                <a:cubicBezTo>
                  <a:pt x="728043" y="2149675"/>
                  <a:pt x="740236" y="2129868"/>
                  <a:pt x="742804" y="2106901"/>
                </a:cubicBezTo>
                <a:lnTo>
                  <a:pt x="861090" y="1804659"/>
                </a:lnTo>
                <a:lnTo>
                  <a:pt x="967256" y="2200878"/>
                </a:lnTo>
                <a:cubicBezTo>
                  <a:pt x="956121" y="2251327"/>
                  <a:pt x="986997" y="2301788"/>
                  <a:pt x="1037612" y="2315350"/>
                </a:cubicBezTo>
                <a:cubicBezTo>
                  <a:pt x="1044252" y="2317129"/>
                  <a:pt x="1050915" y="2318189"/>
                  <a:pt x="1057633" y="2316605"/>
                </a:cubicBezTo>
                <a:cubicBezTo>
                  <a:pt x="1061264" y="2317900"/>
                  <a:pt x="1065062" y="2318350"/>
                  <a:pt x="1068971" y="2317315"/>
                </a:cubicBezTo>
                <a:cubicBezTo>
                  <a:pt x="1072878" y="2318349"/>
                  <a:pt x="1076674" y="2317900"/>
                  <a:pt x="1080303" y="2316605"/>
                </a:cubicBezTo>
                <a:lnTo>
                  <a:pt x="1100326" y="2315350"/>
                </a:lnTo>
                <a:cubicBezTo>
                  <a:pt x="1150941" y="2301788"/>
                  <a:pt x="1181817" y="2251327"/>
                  <a:pt x="1170682" y="2200878"/>
                </a:cubicBezTo>
                <a:lnTo>
                  <a:pt x="1320238" y="1642726"/>
                </a:lnTo>
                <a:lnTo>
                  <a:pt x="1513977" y="2127797"/>
                </a:lnTo>
                <a:cubicBezTo>
                  <a:pt x="1531567" y="2171838"/>
                  <a:pt x="1577262" y="2196260"/>
                  <a:pt x="1621871" y="2186737"/>
                </a:cubicBezTo>
                <a:lnTo>
                  <a:pt x="1878495" y="2186737"/>
                </a:lnTo>
                <a:cubicBezTo>
                  <a:pt x="1933120" y="2186737"/>
                  <a:pt x="1977403" y="2142454"/>
                  <a:pt x="1977403" y="2087829"/>
                </a:cubicBezTo>
                <a:cubicBezTo>
                  <a:pt x="1977403" y="2033204"/>
                  <a:pt x="1933120" y="1988921"/>
                  <a:pt x="1878495" y="1988921"/>
                </a:cubicBezTo>
                <a:lnTo>
                  <a:pt x="1671520" y="1988921"/>
                </a:lnTo>
                <a:lnTo>
                  <a:pt x="1391261" y="1287226"/>
                </a:lnTo>
                <a:cubicBezTo>
                  <a:pt x="1376065" y="1249180"/>
                  <a:pt x="1339894" y="1225775"/>
                  <a:pt x="1301358" y="1224998"/>
                </a:cubicBezTo>
                <a:close/>
                <a:moveTo>
                  <a:pt x="335892" y="524745"/>
                </a:moveTo>
                <a:lnTo>
                  <a:pt x="1937377" y="524745"/>
                </a:lnTo>
                <a:cubicBezTo>
                  <a:pt x="1996486" y="524745"/>
                  <a:pt x="2044403" y="572662"/>
                  <a:pt x="2044403" y="631771"/>
                </a:cubicBezTo>
                <a:lnTo>
                  <a:pt x="2044403" y="2898384"/>
                </a:lnTo>
                <a:cubicBezTo>
                  <a:pt x="2044403" y="2957493"/>
                  <a:pt x="1996486" y="3005410"/>
                  <a:pt x="1937377" y="3005410"/>
                </a:cubicBezTo>
                <a:lnTo>
                  <a:pt x="335892" y="3005410"/>
                </a:lnTo>
                <a:cubicBezTo>
                  <a:pt x="276783" y="3005410"/>
                  <a:pt x="228866" y="2957493"/>
                  <a:pt x="228866" y="2898384"/>
                </a:cubicBezTo>
                <a:lnTo>
                  <a:pt x="228866" y="631771"/>
                </a:lnTo>
                <a:cubicBezTo>
                  <a:pt x="228866" y="572662"/>
                  <a:pt x="276783" y="524745"/>
                  <a:pt x="335892" y="524745"/>
                </a:cubicBezTo>
                <a:close/>
                <a:moveTo>
                  <a:pt x="245659" y="437009"/>
                </a:moveTo>
                <a:cubicBezTo>
                  <a:pt x="179890" y="437009"/>
                  <a:pt x="126573" y="490326"/>
                  <a:pt x="126573" y="556095"/>
                </a:cubicBezTo>
                <a:lnTo>
                  <a:pt x="126573" y="2974061"/>
                </a:lnTo>
                <a:cubicBezTo>
                  <a:pt x="126573" y="3039830"/>
                  <a:pt x="179890" y="3093147"/>
                  <a:pt x="245659" y="3093147"/>
                </a:cubicBezTo>
                <a:lnTo>
                  <a:pt x="2027611" y="3093147"/>
                </a:lnTo>
                <a:cubicBezTo>
                  <a:pt x="2093380" y="3093147"/>
                  <a:pt x="2146697" y="3039830"/>
                  <a:pt x="2146697" y="2974061"/>
                </a:cubicBezTo>
                <a:lnTo>
                  <a:pt x="2146697" y="556095"/>
                </a:lnTo>
                <a:cubicBezTo>
                  <a:pt x="2146697" y="490326"/>
                  <a:pt x="2093380" y="437009"/>
                  <a:pt x="2027611" y="437009"/>
                </a:cubicBezTo>
                <a:close/>
                <a:moveTo>
                  <a:pt x="974181" y="0"/>
                </a:moveTo>
                <a:lnTo>
                  <a:pt x="1299087" y="0"/>
                </a:lnTo>
                <a:cubicBezTo>
                  <a:pt x="1327680" y="0"/>
                  <a:pt x="1350860" y="23180"/>
                  <a:pt x="1350860" y="51773"/>
                </a:cubicBezTo>
                <a:lnTo>
                  <a:pt x="1350860" y="155306"/>
                </a:lnTo>
                <a:lnTo>
                  <a:pt x="1381614" y="155306"/>
                </a:lnTo>
                <a:cubicBezTo>
                  <a:pt x="1410207" y="155306"/>
                  <a:pt x="1433387" y="178486"/>
                  <a:pt x="1433387" y="207079"/>
                </a:cubicBezTo>
                <a:lnTo>
                  <a:pt x="1433387" y="298015"/>
                </a:lnTo>
                <a:lnTo>
                  <a:pt x="2081269" y="298015"/>
                </a:lnTo>
                <a:cubicBezTo>
                  <a:pt x="2187308" y="298015"/>
                  <a:pt x="2273269" y="383976"/>
                  <a:pt x="2273269" y="490015"/>
                </a:cubicBezTo>
                <a:lnTo>
                  <a:pt x="2273269" y="3040141"/>
                </a:lnTo>
                <a:cubicBezTo>
                  <a:pt x="2273269" y="3146180"/>
                  <a:pt x="2187308" y="3232141"/>
                  <a:pt x="2081269" y="3232141"/>
                </a:cubicBezTo>
                <a:lnTo>
                  <a:pt x="192000" y="3232141"/>
                </a:lnTo>
                <a:cubicBezTo>
                  <a:pt x="85961" y="3232141"/>
                  <a:pt x="0" y="3146180"/>
                  <a:pt x="0" y="3040141"/>
                </a:cubicBezTo>
                <a:lnTo>
                  <a:pt x="0" y="490015"/>
                </a:lnTo>
                <a:cubicBezTo>
                  <a:pt x="0" y="383976"/>
                  <a:pt x="85961" y="298015"/>
                  <a:pt x="192000" y="298015"/>
                </a:cubicBezTo>
                <a:lnTo>
                  <a:pt x="839881" y="298015"/>
                </a:lnTo>
                <a:lnTo>
                  <a:pt x="839881" y="207079"/>
                </a:lnTo>
                <a:cubicBezTo>
                  <a:pt x="839881" y="178486"/>
                  <a:pt x="863061" y="155306"/>
                  <a:pt x="891654" y="155306"/>
                </a:cubicBezTo>
                <a:lnTo>
                  <a:pt x="922408" y="155306"/>
                </a:lnTo>
                <a:lnTo>
                  <a:pt x="922408" y="51773"/>
                </a:lnTo>
                <a:cubicBezTo>
                  <a:pt x="922408" y="23180"/>
                  <a:pt x="945588" y="0"/>
                  <a:pt x="97418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1" name="Google Shape;211;p37"/>
          <p:cNvSpPr/>
          <p:nvPr/>
        </p:nvSpPr>
        <p:spPr>
          <a:xfrm>
            <a:off x="7730603" y="4196098"/>
            <a:ext cx="266385" cy="290248"/>
          </a:xfrm>
          <a:custGeom>
            <a:avLst/>
            <a:gdLst/>
            <a:ahLst/>
            <a:cxnLst/>
            <a:rect l="l" t="t" r="r" b="b"/>
            <a:pathLst>
              <a:path w="3240000" h="3240000" extrusionOk="0">
                <a:moveTo>
                  <a:pt x="1303187" y="480874"/>
                </a:moveTo>
                <a:lnTo>
                  <a:pt x="1303187" y="1303187"/>
                </a:lnTo>
                <a:lnTo>
                  <a:pt x="480874" y="1303187"/>
                </a:lnTo>
                <a:lnTo>
                  <a:pt x="480874" y="1936813"/>
                </a:lnTo>
                <a:lnTo>
                  <a:pt x="1303187" y="1936813"/>
                </a:lnTo>
                <a:lnTo>
                  <a:pt x="1303187" y="2759126"/>
                </a:lnTo>
                <a:lnTo>
                  <a:pt x="1936813" y="2759126"/>
                </a:lnTo>
                <a:lnTo>
                  <a:pt x="1936813" y="1936813"/>
                </a:lnTo>
                <a:lnTo>
                  <a:pt x="2759126" y="1936813"/>
                </a:lnTo>
                <a:lnTo>
                  <a:pt x="2759126" y="1303187"/>
                </a:lnTo>
                <a:lnTo>
                  <a:pt x="1936813" y="1303187"/>
                </a:lnTo>
                <a:lnTo>
                  <a:pt x="1936813" y="480874"/>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2" name="Google Shape;212;p37"/>
          <p:cNvSpPr/>
          <p:nvPr/>
        </p:nvSpPr>
        <p:spPr>
          <a:xfrm>
            <a:off x="4839750" y="4821670"/>
            <a:ext cx="235856" cy="290248"/>
          </a:xfrm>
          <a:custGeom>
            <a:avLst/>
            <a:gdLst/>
            <a:ahLst/>
            <a:cxnLst/>
            <a:rect l="l" t="t" r="r" b="b"/>
            <a:pathLst>
              <a:path w="2868687" h="3240000" extrusionOk="0">
                <a:moveTo>
                  <a:pt x="1433799" y="2290728"/>
                </a:moveTo>
                <a:cubicBezTo>
                  <a:pt x="1317650" y="2346839"/>
                  <a:pt x="1203301" y="2394700"/>
                  <a:pt x="1093028" y="2434329"/>
                </a:cubicBezTo>
                <a:cubicBezTo>
                  <a:pt x="1167481" y="2812207"/>
                  <a:pt x="1292592" y="3060000"/>
                  <a:pt x="1434343" y="3060000"/>
                </a:cubicBezTo>
                <a:cubicBezTo>
                  <a:pt x="1576138" y="3060000"/>
                  <a:pt x="1701284" y="2812053"/>
                  <a:pt x="1774025" y="2433735"/>
                </a:cubicBezTo>
                <a:cubicBezTo>
                  <a:pt x="1663854" y="2394452"/>
                  <a:pt x="1549823" y="2346469"/>
                  <a:pt x="1433799" y="2290728"/>
                </a:cubicBezTo>
                <a:close/>
                <a:moveTo>
                  <a:pt x="1824954" y="2078037"/>
                </a:moveTo>
                <a:cubicBezTo>
                  <a:pt x="1794480" y="2097450"/>
                  <a:pt x="1763147" y="2116057"/>
                  <a:pt x="1731343" y="2134419"/>
                </a:cubicBezTo>
                <a:lnTo>
                  <a:pt x="1635415" y="2187161"/>
                </a:lnTo>
                <a:cubicBezTo>
                  <a:pt x="1691788" y="2215044"/>
                  <a:pt x="1747931" y="2239109"/>
                  <a:pt x="1803378" y="2259350"/>
                </a:cubicBezTo>
                <a:cubicBezTo>
                  <a:pt x="1812120" y="2201101"/>
                  <a:pt x="1819148" y="2140526"/>
                  <a:pt x="1824954" y="2078037"/>
                </a:cubicBezTo>
                <a:close/>
                <a:moveTo>
                  <a:pt x="1042306" y="2077178"/>
                </a:moveTo>
                <a:cubicBezTo>
                  <a:pt x="1047949" y="2140175"/>
                  <a:pt x="1055328" y="2201182"/>
                  <a:pt x="1063873" y="2259905"/>
                </a:cubicBezTo>
                <a:cubicBezTo>
                  <a:pt x="1119365" y="2238275"/>
                  <a:pt x="1176217" y="2214355"/>
                  <a:pt x="1233887" y="2187801"/>
                </a:cubicBezTo>
                <a:cubicBezTo>
                  <a:pt x="1201538" y="2170955"/>
                  <a:pt x="1169452" y="2152957"/>
                  <a:pt x="1137343" y="2134419"/>
                </a:cubicBezTo>
                <a:close/>
                <a:moveTo>
                  <a:pt x="559768" y="1732679"/>
                </a:moveTo>
                <a:cubicBezTo>
                  <a:pt x="268524" y="1984850"/>
                  <a:pt x="116369" y="2217202"/>
                  <a:pt x="187266" y="2340000"/>
                </a:cubicBezTo>
                <a:cubicBezTo>
                  <a:pt x="258144" y="2462764"/>
                  <a:pt x="535307" y="2447213"/>
                  <a:pt x="899736" y="2322555"/>
                </a:cubicBezTo>
                <a:cubicBezTo>
                  <a:pt x="878937" y="2207297"/>
                  <a:pt x="863223" y="2084405"/>
                  <a:pt x="853746" y="1955834"/>
                </a:cubicBezTo>
                <a:cubicBezTo>
                  <a:pt x="747454" y="1883220"/>
                  <a:pt x="648878" y="1808453"/>
                  <a:pt x="559768" y="1732679"/>
                </a:cubicBezTo>
                <a:close/>
                <a:moveTo>
                  <a:pt x="2309048" y="1730507"/>
                </a:moveTo>
                <a:cubicBezTo>
                  <a:pt x="2220666" y="1807660"/>
                  <a:pt x="2121792" y="1882664"/>
                  <a:pt x="2015235" y="1955625"/>
                </a:cubicBezTo>
                <a:cubicBezTo>
                  <a:pt x="2005364" y="2084180"/>
                  <a:pt x="1989894" y="2207119"/>
                  <a:pt x="1967330" y="2322070"/>
                </a:cubicBezTo>
                <a:lnTo>
                  <a:pt x="2081685" y="2358048"/>
                </a:lnTo>
                <a:cubicBezTo>
                  <a:pt x="2116015" y="2320492"/>
                  <a:pt x="2165526" y="2297468"/>
                  <a:pt x="2220415" y="2297468"/>
                </a:cubicBezTo>
                <a:cubicBezTo>
                  <a:pt x="2302230" y="2297468"/>
                  <a:pt x="2372097" y="2348622"/>
                  <a:pt x="2399287" y="2420880"/>
                </a:cubicBezTo>
                <a:cubicBezTo>
                  <a:pt x="2542053" y="2432945"/>
                  <a:pt x="2642630" y="2407186"/>
                  <a:pt x="2681420" y="2340000"/>
                </a:cubicBezTo>
                <a:cubicBezTo>
                  <a:pt x="2752393" y="2217071"/>
                  <a:pt x="2599836" y="1984353"/>
                  <a:pt x="2309048" y="1730507"/>
                </a:cubicBezTo>
                <a:close/>
                <a:moveTo>
                  <a:pt x="2026056" y="1510554"/>
                </a:moveTo>
                <a:cubicBezTo>
                  <a:pt x="2027893" y="1546708"/>
                  <a:pt x="2028343" y="1583211"/>
                  <a:pt x="2028343" y="1620000"/>
                </a:cubicBezTo>
                <a:lnTo>
                  <a:pt x="2024251" y="1730716"/>
                </a:lnTo>
                <a:lnTo>
                  <a:pt x="2173722" y="1619092"/>
                </a:lnTo>
                <a:cubicBezTo>
                  <a:pt x="2127526" y="1582190"/>
                  <a:pt x="2078507" y="1545517"/>
                  <a:pt x="2026056" y="1510554"/>
                </a:cubicBezTo>
                <a:close/>
                <a:moveTo>
                  <a:pt x="844436" y="1509285"/>
                </a:moveTo>
                <a:lnTo>
                  <a:pt x="694964" y="1620908"/>
                </a:lnTo>
                <a:cubicBezTo>
                  <a:pt x="741160" y="1657811"/>
                  <a:pt x="790179" y="1694484"/>
                  <a:pt x="842630" y="1729447"/>
                </a:cubicBezTo>
                <a:cubicBezTo>
                  <a:pt x="840793" y="1693293"/>
                  <a:pt x="840343" y="1656790"/>
                  <a:pt x="840343" y="1620000"/>
                </a:cubicBezTo>
                <a:close/>
                <a:moveTo>
                  <a:pt x="1434343" y="1361184"/>
                </a:moveTo>
                <a:cubicBezTo>
                  <a:pt x="1573534" y="1361184"/>
                  <a:pt x="1686371" y="1474021"/>
                  <a:pt x="1686371" y="1613212"/>
                </a:cubicBezTo>
                <a:cubicBezTo>
                  <a:pt x="1686371" y="1752403"/>
                  <a:pt x="1573534" y="1865240"/>
                  <a:pt x="1434343" y="1865240"/>
                </a:cubicBezTo>
                <a:cubicBezTo>
                  <a:pt x="1295152" y="1865240"/>
                  <a:pt x="1182315" y="1752403"/>
                  <a:pt x="1182315" y="1613212"/>
                </a:cubicBezTo>
                <a:cubicBezTo>
                  <a:pt x="1182315" y="1474021"/>
                  <a:pt x="1295152" y="1361184"/>
                  <a:pt x="1434343" y="1361184"/>
                </a:cubicBezTo>
                <a:close/>
                <a:moveTo>
                  <a:pt x="1433770" y="1149513"/>
                </a:moveTo>
                <a:cubicBezTo>
                  <a:pt x="1365445" y="1183896"/>
                  <a:pt x="1296585" y="1221489"/>
                  <a:pt x="1227343" y="1261466"/>
                </a:cubicBezTo>
                <a:lnTo>
                  <a:pt x="1027157" y="1384911"/>
                </a:lnTo>
                <a:cubicBezTo>
                  <a:pt x="1022222" y="1461370"/>
                  <a:pt x="1020343" y="1539922"/>
                  <a:pt x="1020343" y="1620000"/>
                </a:cubicBezTo>
                <a:lnTo>
                  <a:pt x="1028287" y="1855786"/>
                </a:lnTo>
                <a:cubicBezTo>
                  <a:pt x="1091680" y="1898065"/>
                  <a:pt x="1158394" y="1938727"/>
                  <a:pt x="1227343" y="1978535"/>
                </a:cubicBezTo>
                <a:lnTo>
                  <a:pt x="1434916" y="2090488"/>
                </a:lnTo>
                <a:cubicBezTo>
                  <a:pt x="1503241" y="2056105"/>
                  <a:pt x="1572101" y="2018511"/>
                  <a:pt x="1641343" y="1978535"/>
                </a:cubicBezTo>
                <a:lnTo>
                  <a:pt x="1841530" y="1855090"/>
                </a:lnTo>
                <a:cubicBezTo>
                  <a:pt x="1846464" y="1778631"/>
                  <a:pt x="1848343" y="1700079"/>
                  <a:pt x="1848343" y="1620000"/>
                </a:cubicBezTo>
                <a:lnTo>
                  <a:pt x="1840399" y="1384214"/>
                </a:lnTo>
                <a:cubicBezTo>
                  <a:pt x="1777006" y="1341936"/>
                  <a:pt x="1710293" y="1301274"/>
                  <a:pt x="1641343" y="1261466"/>
                </a:cubicBezTo>
                <a:close/>
                <a:moveTo>
                  <a:pt x="1065308" y="980650"/>
                </a:moveTo>
                <a:cubicBezTo>
                  <a:pt x="1056566" y="1038899"/>
                  <a:pt x="1049538" y="1099475"/>
                  <a:pt x="1043732" y="1161964"/>
                </a:cubicBezTo>
                <a:cubicBezTo>
                  <a:pt x="1074206" y="1142551"/>
                  <a:pt x="1105539" y="1123943"/>
                  <a:pt x="1137343" y="1105581"/>
                </a:cubicBezTo>
                <a:lnTo>
                  <a:pt x="1233271" y="1052839"/>
                </a:lnTo>
                <a:cubicBezTo>
                  <a:pt x="1176898" y="1024957"/>
                  <a:pt x="1120756" y="1000892"/>
                  <a:pt x="1065308" y="980650"/>
                </a:cubicBezTo>
                <a:close/>
                <a:moveTo>
                  <a:pt x="1804814" y="980095"/>
                </a:moveTo>
                <a:cubicBezTo>
                  <a:pt x="1749321" y="1001726"/>
                  <a:pt x="1692469" y="1025646"/>
                  <a:pt x="1634800" y="1052200"/>
                </a:cubicBezTo>
                <a:cubicBezTo>
                  <a:pt x="1667149" y="1069046"/>
                  <a:pt x="1699234" y="1087043"/>
                  <a:pt x="1731343" y="1105581"/>
                </a:cubicBezTo>
                <a:lnTo>
                  <a:pt x="1826380" y="1162822"/>
                </a:lnTo>
                <a:cubicBezTo>
                  <a:pt x="1820738" y="1099825"/>
                  <a:pt x="1813359" y="1038819"/>
                  <a:pt x="1804814" y="980095"/>
                </a:cubicBezTo>
                <a:close/>
                <a:moveTo>
                  <a:pt x="2432236" y="816002"/>
                </a:moveTo>
                <a:cubicBezTo>
                  <a:pt x="2308930" y="820546"/>
                  <a:pt x="2149627" y="855445"/>
                  <a:pt x="1968950" y="917446"/>
                </a:cubicBezTo>
                <a:cubicBezTo>
                  <a:pt x="1989749" y="1032703"/>
                  <a:pt x="2005463" y="1155596"/>
                  <a:pt x="2014941" y="1284167"/>
                </a:cubicBezTo>
                <a:cubicBezTo>
                  <a:pt x="2121232" y="1356780"/>
                  <a:pt x="2219808" y="1431548"/>
                  <a:pt x="2308918" y="1507322"/>
                </a:cubicBezTo>
                <a:cubicBezTo>
                  <a:pt x="2600162" y="1255150"/>
                  <a:pt x="2752317" y="1022798"/>
                  <a:pt x="2681420" y="900000"/>
                </a:cubicBezTo>
                <a:cubicBezTo>
                  <a:pt x="2645694" y="838121"/>
                  <a:pt x="2557557" y="811383"/>
                  <a:pt x="2432236" y="816002"/>
                </a:cubicBezTo>
                <a:close/>
                <a:moveTo>
                  <a:pt x="436450" y="816001"/>
                </a:moveTo>
                <a:cubicBezTo>
                  <a:pt x="311129" y="811383"/>
                  <a:pt x="222992" y="838121"/>
                  <a:pt x="187266" y="900000"/>
                </a:cubicBezTo>
                <a:cubicBezTo>
                  <a:pt x="158404" y="949991"/>
                  <a:pt x="166508" y="1018139"/>
                  <a:pt x="206887" y="1097970"/>
                </a:cubicBezTo>
                <a:cubicBezTo>
                  <a:pt x="213842" y="1096217"/>
                  <a:pt x="221021" y="1095812"/>
                  <a:pt x="228294" y="1095812"/>
                </a:cubicBezTo>
                <a:cubicBezTo>
                  <a:pt x="334372" y="1095812"/>
                  <a:pt x="420366" y="1181806"/>
                  <a:pt x="420366" y="1287884"/>
                </a:cubicBezTo>
                <a:cubicBezTo>
                  <a:pt x="420366" y="1314219"/>
                  <a:pt x="415066" y="1339317"/>
                  <a:pt x="405427" y="1362148"/>
                </a:cubicBezTo>
                <a:cubicBezTo>
                  <a:pt x="450585" y="1410442"/>
                  <a:pt x="502437" y="1459559"/>
                  <a:pt x="559639" y="1509493"/>
                </a:cubicBezTo>
                <a:cubicBezTo>
                  <a:pt x="648020" y="1432341"/>
                  <a:pt x="746894" y="1357336"/>
                  <a:pt x="853451" y="1284376"/>
                </a:cubicBezTo>
                <a:cubicBezTo>
                  <a:pt x="863322" y="1155820"/>
                  <a:pt x="878792" y="1032881"/>
                  <a:pt x="901357" y="917930"/>
                </a:cubicBezTo>
                <a:cubicBezTo>
                  <a:pt x="719999" y="855651"/>
                  <a:pt x="560119" y="820559"/>
                  <a:pt x="436450" y="816001"/>
                </a:cubicBezTo>
                <a:close/>
                <a:moveTo>
                  <a:pt x="1434343" y="180000"/>
                </a:moveTo>
                <a:cubicBezTo>
                  <a:pt x="1292548" y="180000"/>
                  <a:pt x="1167402" y="427948"/>
                  <a:pt x="1094661" y="806265"/>
                </a:cubicBezTo>
                <a:cubicBezTo>
                  <a:pt x="1204832" y="845548"/>
                  <a:pt x="1318864" y="893532"/>
                  <a:pt x="1434887" y="949272"/>
                </a:cubicBezTo>
                <a:cubicBezTo>
                  <a:pt x="1551037" y="893162"/>
                  <a:pt x="1665385" y="845301"/>
                  <a:pt x="1775658" y="805671"/>
                </a:cubicBezTo>
                <a:cubicBezTo>
                  <a:pt x="1751860" y="684885"/>
                  <a:pt x="1722886" y="577390"/>
                  <a:pt x="1688823" y="487405"/>
                </a:cubicBezTo>
                <a:cubicBezTo>
                  <a:pt x="1688009" y="487647"/>
                  <a:pt x="1687191" y="487652"/>
                  <a:pt x="1686371" y="487652"/>
                </a:cubicBezTo>
                <a:cubicBezTo>
                  <a:pt x="1580293" y="487652"/>
                  <a:pt x="1494299" y="401658"/>
                  <a:pt x="1494299" y="295580"/>
                </a:cubicBezTo>
                <a:cubicBezTo>
                  <a:pt x="1494299" y="264819"/>
                  <a:pt x="1501530" y="235747"/>
                  <a:pt x="1516122" y="210837"/>
                </a:cubicBezTo>
                <a:cubicBezTo>
                  <a:pt x="1490583" y="189985"/>
                  <a:pt x="1462798" y="180000"/>
                  <a:pt x="1434343" y="180000"/>
                </a:cubicBezTo>
                <a:close/>
                <a:moveTo>
                  <a:pt x="1434343" y="0"/>
                </a:moveTo>
                <a:cubicBezTo>
                  <a:pt x="1509303" y="0"/>
                  <a:pt x="1581019" y="37868"/>
                  <a:pt x="1646062" y="107907"/>
                </a:cubicBezTo>
                <a:cubicBezTo>
                  <a:pt x="1659037" y="104972"/>
                  <a:pt x="1672533" y="103508"/>
                  <a:pt x="1686371" y="103508"/>
                </a:cubicBezTo>
                <a:cubicBezTo>
                  <a:pt x="1792449" y="103508"/>
                  <a:pt x="1878443" y="189502"/>
                  <a:pt x="1878443" y="295580"/>
                </a:cubicBezTo>
                <a:cubicBezTo>
                  <a:pt x="1878443" y="342831"/>
                  <a:pt x="1861381" y="386097"/>
                  <a:pt x="1831228" y="417985"/>
                </a:cubicBezTo>
                <a:cubicBezTo>
                  <a:pt x="1871860" y="515668"/>
                  <a:pt x="1906636" y="628220"/>
                  <a:pt x="1935357" y="752219"/>
                </a:cubicBezTo>
                <a:cubicBezTo>
                  <a:pt x="2379384" y="616814"/>
                  <a:pt x="2731816" y="627289"/>
                  <a:pt x="2837304" y="810000"/>
                </a:cubicBezTo>
                <a:cubicBezTo>
                  <a:pt x="2942793" y="992711"/>
                  <a:pt x="2775650" y="1303161"/>
                  <a:pt x="2436521" y="1620139"/>
                </a:cubicBezTo>
                <a:cubicBezTo>
                  <a:pt x="2775698" y="1936928"/>
                  <a:pt x="2942777" y="2247316"/>
                  <a:pt x="2837304" y="2430000"/>
                </a:cubicBezTo>
                <a:cubicBezTo>
                  <a:pt x="2771439" y="2544083"/>
                  <a:pt x="2609300" y="2591017"/>
                  <a:pt x="2388706" y="2577188"/>
                </a:cubicBezTo>
                <a:cubicBezTo>
                  <a:pt x="2358753" y="2639691"/>
                  <a:pt x="2294480" y="2681612"/>
                  <a:pt x="2220415" y="2681612"/>
                </a:cubicBezTo>
                <a:cubicBezTo>
                  <a:pt x="2122541" y="2681612"/>
                  <a:pt x="2041764" y="2608405"/>
                  <a:pt x="2030773" y="2513644"/>
                </a:cubicBezTo>
                <a:cubicBezTo>
                  <a:pt x="1999304" y="2506661"/>
                  <a:pt x="1967635" y="2497623"/>
                  <a:pt x="1935485" y="2487821"/>
                </a:cubicBezTo>
                <a:cubicBezTo>
                  <a:pt x="1830610" y="2940018"/>
                  <a:pt x="1645322" y="3240000"/>
                  <a:pt x="1434343" y="3240000"/>
                </a:cubicBezTo>
                <a:cubicBezTo>
                  <a:pt x="1223366" y="3240000"/>
                  <a:pt x="1038079" y="2940023"/>
                  <a:pt x="933330" y="2487781"/>
                </a:cubicBezTo>
                <a:cubicBezTo>
                  <a:pt x="489302" y="2623186"/>
                  <a:pt x="136870" y="2612712"/>
                  <a:pt x="31382" y="2430000"/>
                </a:cubicBezTo>
                <a:cubicBezTo>
                  <a:pt x="-74106" y="2247290"/>
                  <a:pt x="93037" y="1936840"/>
                  <a:pt x="432165" y="1619862"/>
                </a:cubicBezTo>
                <a:cubicBezTo>
                  <a:pt x="378689" y="1569916"/>
                  <a:pt x="329491" y="1520128"/>
                  <a:pt x="285801" y="1470219"/>
                </a:cubicBezTo>
                <a:cubicBezTo>
                  <a:pt x="267844" y="1476857"/>
                  <a:pt x="248431" y="1479956"/>
                  <a:pt x="228294" y="1479956"/>
                </a:cubicBezTo>
                <a:cubicBezTo>
                  <a:pt x="122216" y="1479956"/>
                  <a:pt x="36222" y="1393962"/>
                  <a:pt x="36222" y="1287884"/>
                </a:cubicBezTo>
                <a:cubicBezTo>
                  <a:pt x="36222" y="1246866"/>
                  <a:pt x="49080" y="1208850"/>
                  <a:pt x="73868" y="1179672"/>
                </a:cubicBezTo>
                <a:cubicBezTo>
                  <a:pt x="-4733" y="1033688"/>
                  <a:pt x="-23287" y="904690"/>
                  <a:pt x="31382" y="810000"/>
                </a:cubicBezTo>
                <a:cubicBezTo>
                  <a:pt x="136860" y="627306"/>
                  <a:pt x="489234" y="616816"/>
                  <a:pt x="933201" y="752179"/>
                </a:cubicBezTo>
                <a:cubicBezTo>
                  <a:pt x="1038076" y="299982"/>
                  <a:pt x="1223365" y="0"/>
                  <a:pt x="1434343"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3" name="Google Shape;213;p37"/>
          <p:cNvSpPr/>
          <p:nvPr/>
        </p:nvSpPr>
        <p:spPr>
          <a:xfrm>
            <a:off x="6115925" y="4831252"/>
            <a:ext cx="252049" cy="269263"/>
          </a:xfrm>
          <a:custGeom>
            <a:avLst/>
            <a:gdLst/>
            <a:ahLst/>
            <a:cxnLst/>
            <a:rect l="l" t="t" r="r" b="b"/>
            <a:pathLst>
              <a:path w="3263621" h="3199863" extrusionOk="0">
                <a:moveTo>
                  <a:pt x="1896188" y="786599"/>
                </a:moveTo>
                <a:cubicBezTo>
                  <a:pt x="1878938" y="786251"/>
                  <a:pt x="1861335" y="789280"/>
                  <a:pt x="1844305" y="796082"/>
                </a:cubicBezTo>
                <a:cubicBezTo>
                  <a:pt x="1792333" y="816839"/>
                  <a:pt x="1760707" y="866742"/>
                  <a:pt x="1761231" y="919486"/>
                </a:cubicBezTo>
                <a:lnTo>
                  <a:pt x="1573886" y="1618665"/>
                </a:lnTo>
                <a:lnTo>
                  <a:pt x="1438574" y="1113672"/>
                </a:lnTo>
                <a:cubicBezTo>
                  <a:pt x="1424335" y="1060531"/>
                  <a:pt x="1379808" y="1023594"/>
                  <a:pt x="1328543" y="1016456"/>
                </a:cubicBezTo>
                <a:cubicBezTo>
                  <a:pt x="1320071" y="1015276"/>
                  <a:pt x="1311415" y="1014911"/>
                  <a:pt x="1302836" y="1018067"/>
                </a:cubicBezTo>
                <a:lnTo>
                  <a:pt x="1300556" y="1017667"/>
                </a:lnTo>
                <a:cubicBezTo>
                  <a:pt x="1298914" y="1017711"/>
                  <a:pt x="1297275" y="1017786"/>
                  <a:pt x="1295680" y="1018515"/>
                </a:cubicBezTo>
                <a:lnTo>
                  <a:pt x="1275904" y="1019755"/>
                </a:lnTo>
                <a:cubicBezTo>
                  <a:pt x="1273459" y="1020410"/>
                  <a:pt x="1271049" y="1021129"/>
                  <a:pt x="1269080" y="1023145"/>
                </a:cubicBezTo>
                <a:cubicBezTo>
                  <a:pt x="1229892" y="1033156"/>
                  <a:pt x="1196286" y="1061513"/>
                  <a:pt x="1180414" y="1102068"/>
                </a:cubicBezTo>
                <a:lnTo>
                  <a:pt x="902406" y="1812437"/>
                </a:lnTo>
                <a:lnTo>
                  <a:pt x="612897" y="1812437"/>
                </a:lnTo>
                <a:cubicBezTo>
                  <a:pt x="539543" y="1812437"/>
                  <a:pt x="480078" y="1871902"/>
                  <a:pt x="480078" y="1945256"/>
                </a:cubicBezTo>
                <a:cubicBezTo>
                  <a:pt x="480078" y="2018610"/>
                  <a:pt x="539543" y="2078075"/>
                  <a:pt x="612897" y="2078075"/>
                </a:cubicBezTo>
                <a:lnTo>
                  <a:pt x="966673" y="2078075"/>
                </a:lnTo>
                <a:cubicBezTo>
                  <a:pt x="1008666" y="2088839"/>
                  <a:pt x="1051924" y="2075535"/>
                  <a:pt x="1081835" y="2045978"/>
                </a:cubicBezTo>
                <a:cubicBezTo>
                  <a:pt x="1105846" y="2028294"/>
                  <a:pt x="1122213" y="2001701"/>
                  <a:pt x="1125659" y="1970866"/>
                </a:cubicBezTo>
                <a:lnTo>
                  <a:pt x="1284498" y="1565001"/>
                </a:lnTo>
                <a:lnTo>
                  <a:pt x="1443089" y="2156868"/>
                </a:lnTo>
                <a:cubicBezTo>
                  <a:pt x="1455914" y="2204733"/>
                  <a:pt x="1493311" y="2239452"/>
                  <a:pt x="1538593" y="2249086"/>
                </a:cubicBezTo>
                <a:lnTo>
                  <a:pt x="1542015" y="2250785"/>
                </a:lnTo>
                <a:cubicBezTo>
                  <a:pt x="1542604" y="2250943"/>
                  <a:pt x="1543193" y="2251097"/>
                  <a:pt x="1543870" y="2250902"/>
                </a:cubicBezTo>
                <a:cubicBezTo>
                  <a:pt x="1553422" y="2254514"/>
                  <a:pt x="1563610" y="2255524"/>
                  <a:pt x="1573886" y="2252783"/>
                </a:cubicBezTo>
                <a:cubicBezTo>
                  <a:pt x="1584162" y="2255524"/>
                  <a:pt x="1594351" y="2254515"/>
                  <a:pt x="1603903" y="2250901"/>
                </a:cubicBezTo>
                <a:lnTo>
                  <a:pt x="1605758" y="2250785"/>
                </a:lnTo>
                <a:cubicBezTo>
                  <a:pt x="1606974" y="2250459"/>
                  <a:pt x="1608181" y="2250118"/>
                  <a:pt x="1609178" y="2249086"/>
                </a:cubicBezTo>
                <a:cubicBezTo>
                  <a:pt x="1654461" y="2239453"/>
                  <a:pt x="1691859" y="2204734"/>
                  <a:pt x="1704684" y="2156868"/>
                </a:cubicBezTo>
                <a:lnTo>
                  <a:pt x="1921541" y="1347547"/>
                </a:lnTo>
                <a:lnTo>
                  <a:pt x="2181705" y="1998928"/>
                </a:lnTo>
                <a:cubicBezTo>
                  <a:pt x="2205326" y="2058070"/>
                  <a:pt x="2266689" y="2090865"/>
                  <a:pt x="2326593" y="2078075"/>
                </a:cubicBezTo>
                <a:lnTo>
                  <a:pt x="2671200" y="2078075"/>
                </a:lnTo>
                <a:cubicBezTo>
                  <a:pt x="2744554" y="2078075"/>
                  <a:pt x="2804019" y="2018610"/>
                  <a:pt x="2804019" y="1945256"/>
                </a:cubicBezTo>
                <a:cubicBezTo>
                  <a:pt x="2804019" y="1871902"/>
                  <a:pt x="2744554" y="1812437"/>
                  <a:pt x="2671200" y="1812437"/>
                </a:cubicBezTo>
                <a:lnTo>
                  <a:pt x="2393261" y="1812437"/>
                </a:lnTo>
                <a:lnTo>
                  <a:pt x="2016914" y="870162"/>
                </a:lnTo>
                <a:cubicBezTo>
                  <a:pt x="1996508" y="819071"/>
                  <a:pt x="1947937" y="787642"/>
                  <a:pt x="1896188" y="786599"/>
                </a:cubicBezTo>
                <a:close/>
                <a:moveTo>
                  <a:pt x="773454" y="106"/>
                </a:moveTo>
                <a:cubicBezTo>
                  <a:pt x="1097282" y="5742"/>
                  <a:pt x="1441967" y="238301"/>
                  <a:pt x="1631811" y="769863"/>
                </a:cubicBezTo>
                <a:cubicBezTo>
                  <a:pt x="2306811" y="-1120137"/>
                  <a:pt x="4939311" y="769863"/>
                  <a:pt x="1631811" y="3199863"/>
                </a:cubicBezTo>
                <a:cubicBezTo>
                  <a:pt x="-745455" y="1453301"/>
                  <a:pt x="-54107" y="-14297"/>
                  <a:pt x="773454" y="106"/>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4" name="Google Shape;214;p37"/>
          <p:cNvSpPr/>
          <p:nvPr/>
        </p:nvSpPr>
        <p:spPr>
          <a:xfrm>
            <a:off x="5681264" y="4851906"/>
            <a:ext cx="250224" cy="229779"/>
          </a:xfrm>
          <a:custGeom>
            <a:avLst/>
            <a:gdLst/>
            <a:ahLst/>
            <a:cxnLst/>
            <a:rect l="l" t="t" r="r" b="b"/>
            <a:pathLst>
              <a:path w="3240000" h="2730652" extrusionOk="0">
                <a:moveTo>
                  <a:pt x="1452811" y="1541940"/>
                </a:moveTo>
                <a:lnTo>
                  <a:pt x="1452811" y="1831951"/>
                </a:lnTo>
                <a:lnTo>
                  <a:pt x="1162800" y="1831951"/>
                </a:lnTo>
                <a:lnTo>
                  <a:pt x="1162800" y="2166329"/>
                </a:lnTo>
                <a:lnTo>
                  <a:pt x="1452811" y="2166329"/>
                </a:lnTo>
                <a:lnTo>
                  <a:pt x="1452811" y="2456340"/>
                </a:lnTo>
                <a:lnTo>
                  <a:pt x="1787189" y="2456340"/>
                </a:lnTo>
                <a:lnTo>
                  <a:pt x="1787189" y="2166329"/>
                </a:lnTo>
                <a:lnTo>
                  <a:pt x="2077200" y="2166329"/>
                </a:lnTo>
                <a:lnTo>
                  <a:pt x="2077200" y="1831951"/>
                </a:lnTo>
                <a:lnTo>
                  <a:pt x="1787189" y="1831951"/>
                </a:lnTo>
                <a:lnTo>
                  <a:pt x="1787189" y="1541940"/>
                </a:lnTo>
                <a:close/>
                <a:moveTo>
                  <a:pt x="0" y="1278453"/>
                </a:moveTo>
                <a:lnTo>
                  <a:pt x="3240000" y="1278453"/>
                </a:lnTo>
                <a:lnTo>
                  <a:pt x="3240000" y="2376509"/>
                </a:lnTo>
                <a:cubicBezTo>
                  <a:pt x="3240000" y="2572097"/>
                  <a:pt x="3081445" y="2730652"/>
                  <a:pt x="2885857" y="2730652"/>
                </a:cubicBezTo>
                <a:lnTo>
                  <a:pt x="354143" y="2730652"/>
                </a:lnTo>
                <a:cubicBezTo>
                  <a:pt x="158555" y="2730652"/>
                  <a:pt x="0" y="2572097"/>
                  <a:pt x="0" y="2376509"/>
                </a:cubicBezTo>
                <a:close/>
                <a:moveTo>
                  <a:pt x="1001150" y="200505"/>
                </a:moveTo>
                <a:cubicBezTo>
                  <a:pt x="933045" y="200505"/>
                  <a:pt x="877834" y="255715"/>
                  <a:pt x="877834" y="323821"/>
                </a:cubicBezTo>
                <a:lnTo>
                  <a:pt x="877834" y="605836"/>
                </a:lnTo>
                <a:lnTo>
                  <a:pt x="2362163" y="605836"/>
                </a:lnTo>
                <a:lnTo>
                  <a:pt x="2362163" y="323821"/>
                </a:lnTo>
                <a:cubicBezTo>
                  <a:pt x="2362163" y="255715"/>
                  <a:pt x="2306952" y="200505"/>
                  <a:pt x="2238846" y="200505"/>
                </a:cubicBezTo>
                <a:close/>
                <a:moveTo>
                  <a:pt x="843301" y="0"/>
                </a:moveTo>
                <a:lnTo>
                  <a:pt x="2396696" y="0"/>
                </a:lnTo>
                <a:cubicBezTo>
                  <a:pt x="2488075" y="0"/>
                  <a:pt x="2562152" y="74077"/>
                  <a:pt x="2562152" y="165456"/>
                </a:cubicBezTo>
                <a:lnTo>
                  <a:pt x="2562152" y="605836"/>
                </a:lnTo>
                <a:lnTo>
                  <a:pt x="2885857" y="605836"/>
                </a:lnTo>
                <a:cubicBezTo>
                  <a:pt x="3081445" y="605836"/>
                  <a:pt x="3240000" y="764391"/>
                  <a:pt x="3240000" y="959979"/>
                </a:cubicBezTo>
                <a:lnTo>
                  <a:pt x="3240000" y="1134437"/>
                </a:lnTo>
                <a:lnTo>
                  <a:pt x="0" y="1134437"/>
                </a:lnTo>
                <a:lnTo>
                  <a:pt x="0" y="959979"/>
                </a:lnTo>
                <a:cubicBezTo>
                  <a:pt x="0" y="764391"/>
                  <a:pt x="158555" y="605836"/>
                  <a:pt x="354143" y="605836"/>
                </a:cubicBezTo>
                <a:lnTo>
                  <a:pt x="677845" y="605836"/>
                </a:lnTo>
                <a:lnTo>
                  <a:pt x="677845" y="165456"/>
                </a:lnTo>
                <a:cubicBezTo>
                  <a:pt x="677845" y="74077"/>
                  <a:pt x="751923" y="0"/>
                  <a:pt x="84330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5" name="Google Shape;215;p37"/>
          <p:cNvSpPr/>
          <p:nvPr/>
        </p:nvSpPr>
        <p:spPr>
          <a:xfrm>
            <a:off x="5253897" y="4831671"/>
            <a:ext cx="250224" cy="270249"/>
          </a:xfrm>
          <a:custGeom>
            <a:avLst/>
            <a:gdLst/>
            <a:ahLst/>
            <a:cxnLst/>
            <a:rect l="l" t="t" r="r" b="b"/>
            <a:pathLst>
              <a:path w="3240000" h="3211580" extrusionOk="0">
                <a:moveTo>
                  <a:pt x="991906" y="2959580"/>
                </a:moveTo>
                <a:lnTo>
                  <a:pt x="2193254" y="2959580"/>
                </a:lnTo>
                <a:cubicBezTo>
                  <a:pt x="2215674" y="2959580"/>
                  <a:pt x="2233849" y="2977755"/>
                  <a:pt x="2233849" y="3000175"/>
                </a:cubicBezTo>
                <a:lnTo>
                  <a:pt x="2233849" y="3170985"/>
                </a:lnTo>
                <a:cubicBezTo>
                  <a:pt x="2233849" y="3193405"/>
                  <a:pt x="2215674" y="3211580"/>
                  <a:pt x="2193254" y="3211580"/>
                </a:cubicBezTo>
                <a:lnTo>
                  <a:pt x="991906" y="3211580"/>
                </a:lnTo>
                <a:cubicBezTo>
                  <a:pt x="969486" y="3211580"/>
                  <a:pt x="951311" y="3193405"/>
                  <a:pt x="951311" y="3170985"/>
                </a:cubicBezTo>
                <a:lnTo>
                  <a:pt x="951311" y="3000175"/>
                </a:lnTo>
                <a:cubicBezTo>
                  <a:pt x="951311" y="2977755"/>
                  <a:pt x="969486" y="2959580"/>
                  <a:pt x="991906" y="2959580"/>
                </a:cubicBezTo>
                <a:close/>
                <a:moveTo>
                  <a:pt x="1439043" y="1763796"/>
                </a:moveTo>
                <a:lnTo>
                  <a:pt x="1439043" y="2067459"/>
                </a:lnTo>
                <a:lnTo>
                  <a:pt x="1135380" y="2067459"/>
                </a:lnTo>
                <a:lnTo>
                  <a:pt x="1135380" y="2374533"/>
                </a:lnTo>
                <a:lnTo>
                  <a:pt x="1439043" y="2374533"/>
                </a:lnTo>
                <a:lnTo>
                  <a:pt x="1439043" y="2678196"/>
                </a:lnTo>
                <a:lnTo>
                  <a:pt x="1746117" y="2678196"/>
                </a:lnTo>
                <a:lnTo>
                  <a:pt x="1746117" y="2374533"/>
                </a:lnTo>
                <a:lnTo>
                  <a:pt x="2049780" y="2374533"/>
                </a:lnTo>
                <a:lnTo>
                  <a:pt x="2049780" y="2067459"/>
                </a:lnTo>
                <a:lnTo>
                  <a:pt x="1746117" y="2067459"/>
                </a:lnTo>
                <a:lnTo>
                  <a:pt x="1746117" y="1763796"/>
                </a:lnTo>
                <a:close/>
                <a:moveTo>
                  <a:pt x="128358" y="1541040"/>
                </a:moveTo>
                <a:lnTo>
                  <a:pt x="3056915" y="1550917"/>
                </a:lnTo>
                <a:cubicBezTo>
                  <a:pt x="3061111" y="2078028"/>
                  <a:pt x="2781683" y="2566719"/>
                  <a:pt x="2325284" y="2830467"/>
                </a:cubicBezTo>
                <a:lnTo>
                  <a:pt x="2182018" y="2900953"/>
                </a:lnTo>
                <a:lnTo>
                  <a:pt x="1002135" y="2900953"/>
                </a:lnTo>
                <a:cubicBezTo>
                  <a:pt x="950374" y="2879821"/>
                  <a:pt x="900231" y="2854191"/>
                  <a:pt x="851341" y="2825496"/>
                </a:cubicBezTo>
                <a:cubicBezTo>
                  <a:pt x="396732" y="2558675"/>
                  <a:pt x="120607" y="2068110"/>
                  <a:pt x="128358" y="1541040"/>
                </a:cubicBezTo>
                <a:close/>
                <a:moveTo>
                  <a:pt x="61067" y="1230414"/>
                </a:moveTo>
                <a:lnTo>
                  <a:pt x="3178933" y="1230414"/>
                </a:lnTo>
                <a:cubicBezTo>
                  <a:pt x="3212659" y="1230414"/>
                  <a:pt x="3240000" y="1257755"/>
                  <a:pt x="3240000" y="1291481"/>
                </a:cubicBezTo>
                <a:lnTo>
                  <a:pt x="3240000" y="1421347"/>
                </a:lnTo>
                <a:cubicBezTo>
                  <a:pt x="3240000" y="1455073"/>
                  <a:pt x="3212659" y="1482414"/>
                  <a:pt x="3178933" y="1482414"/>
                </a:cubicBezTo>
                <a:lnTo>
                  <a:pt x="61067" y="1482414"/>
                </a:lnTo>
                <a:cubicBezTo>
                  <a:pt x="27341" y="1482414"/>
                  <a:pt x="0" y="1455073"/>
                  <a:pt x="0" y="1421347"/>
                </a:cubicBezTo>
                <a:lnTo>
                  <a:pt x="0" y="1291481"/>
                </a:lnTo>
                <a:cubicBezTo>
                  <a:pt x="0" y="1257755"/>
                  <a:pt x="27341" y="1230414"/>
                  <a:pt x="61067" y="1230414"/>
                </a:cubicBezTo>
                <a:close/>
                <a:moveTo>
                  <a:pt x="2481726" y="315922"/>
                </a:moveTo>
                <a:lnTo>
                  <a:pt x="2862412" y="696608"/>
                </a:lnTo>
                <a:lnTo>
                  <a:pt x="2420437" y="1138584"/>
                </a:lnTo>
                <a:lnTo>
                  <a:pt x="1659064" y="1138584"/>
                </a:lnTo>
                <a:close/>
                <a:moveTo>
                  <a:pt x="2730827" y="0"/>
                </a:moveTo>
                <a:cubicBezTo>
                  <a:pt x="2765703" y="0"/>
                  <a:pt x="2800581" y="13305"/>
                  <a:pt x="2827191" y="39915"/>
                </a:cubicBezTo>
                <a:lnTo>
                  <a:pt x="3143636" y="356360"/>
                </a:lnTo>
                <a:cubicBezTo>
                  <a:pt x="3196857" y="409581"/>
                  <a:pt x="3196857" y="495868"/>
                  <a:pt x="3143636" y="549088"/>
                </a:cubicBezTo>
                <a:lnTo>
                  <a:pt x="3082882" y="609843"/>
                </a:lnTo>
                <a:cubicBezTo>
                  <a:pt x="3029661" y="663063"/>
                  <a:pt x="2943375" y="663064"/>
                  <a:pt x="2890155" y="609843"/>
                </a:cubicBezTo>
                <a:lnTo>
                  <a:pt x="2573708" y="293397"/>
                </a:lnTo>
                <a:cubicBezTo>
                  <a:pt x="2520488" y="240176"/>
                  <a:pt x="2520488" y="153889"/>
                  <a:pt x="2573708" y="100669"/>
                </a:cubicBezTo>
                <a:lnTo>
                  <a:pt x="2634463" y="39914"/>
                </a:lnTo>
                <a:cubicBezTo>
                  <a:pt x="2661073" y="13305"/>
                  <a:pt x="2695950" y="0"/>
                  <a:pt x="2730827"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6" name="Google Shape;216;p37"/>
          <p:cNvSpPr/>
          <p:nvPr/>
        </p:nvSpPr>
        <p:spPr>
          <a:xfrm rot="2942052">
            <a:off x="6503976" y="4843073"/>
            <a:ext cx="253430" cy="247444"/>
          </a:xfrm>
          <a:custGeom>
            <a:avLst/>
            <a:gdLst/>
            <a:ahLst/>
            <a:cxnLst/>
            <a:rect l="l" t="t" r="r" b="b"/>
            <a:pathLst>
              <a:path w="3011706" h="3204001" extrusionOk="0">
                <a:moveTo>
                  <a:pt x="2432249" y="1011942"/>
                </a:moveTo>
                <a:cubicBezTo>
                  <a:pt x="2423608" y="1019482"/>
                  <a:pt x="2416303" y="1028841"/>
                  <a:pt x="2410966" y="1039800"/>
                </a:cubicBezTo>
                <a:lnTo>
                  <a:pt x="1969837" y="1945620"/>
                </a:lnTo>
                <a:cubicBezTo>
                  <a:pt x="1948488" y="1989457"/>
                  <a:pt x="1966719" y="2042300"/>
                  <a:pt x="2010556" y="2063648"/>
                </a:cubicBezTo>
                <a:cubicBezTo>
                  <a:pt x="2054392" y="2084996"/>
                  <a:pt x="2107235" y="2066766"/>
                  <a:pt x="2128583" y="2022929"/>
                </a:cubicBezTo>
                <a:lnTo>
                  <a:pt x="2569712" y="1117109"/>
                </a:lnTo>
                <a:cubicBezTo>
                  <a:pt x="2591061" y="1073271"/>
                  <a:pt x="2572830" y="1020430"/>
                  <a:pt x="2528993" y="999081"/>
                </a:cubicBezTo>
                <a:cubicBezTo>
                  <a:pt x="2496115" y="983070"/>
                  <a:pt x="2458172" y="989322"/>
                  <a:pt x="2432249" y="1011942"/>
                </a:cubicBezTo>
                <a:close/>
                <a:moveTo>
                  <a:pt x="1709549" y="1044955"/>
                </a:moveTo>
                <a:cubicBezTo>
                  <a:pt x="1978186" y="735551"/>
                  <a:pt x="2446780" y="702502"/>
                  <a:pt x="2756184" y="971139"/>
                </a:cubicBezTo>
                <a:cubicBezTo>
                  <a:pt x="3065588" y="1239776"/>
                  <a:pt x="3098636" y="1708370"/>
                  <a:pt x="2830000" y="2017774"/>
                </a:cubicBezTo>
                <a:cubicBezTo>
                  <a:pt x="2561363" y="2327178"/>
                  <a:pt x="2092769" y="2360227"/>
                  <a:pt x="1783365" y="2091590"/>
                </a:cubicBezTo>
                <a:cubicBezTo>
                  <a:pt x="1473960" y="1822953"/>
                  <a:pt x="1440912" y="1354359"/>
                  <a:pt x="1709549" y="1044955"/>
                </a:cubicBezTo>
                <a:close/>
                <a:moveTo>
                  <a:pt x="208197" y="1872243"/>
                </a:moveTo>
                <a:cubicBezTo>
                  <a:pt x="195168" y="1885273"/>
                  <a:pt x="187109" y="1903273"/>
                  <a:pt x="187109" y="1923155"/>
                </a:cubicBezTo>
                <a:lnTo>
                  <a:pt x="187109" y="2715155"/>
                </a:lnTo>
                <a:cubicBezTo>
                  <a:pt x="187109" y="2754920"/>
                  <a:pt x="219344" y="2787155"/>
                  <a:pt x="259109" y="2787155"/>
                </a:cubicBezTo>
                <a:cubicBezTo>
                  <a:pt x="298874" y="2787155"/>
                  <a:pt x="331109" y="2754920"/>
                  <a:pt x="331109" y="2715155"/>
                </a:cubicBezTo>
                <a:lnTo>
                  <a:pt x="331109" y="1923155"/>
                </a:lnTo>
                <a:cubicBezTo>
                  <a:pt x="331109" y="1883390"/>
                  <a:pt x="298874" y="1851155"/>
                  <a:pt x="259109" y="1851155"/>
                </a:cubicBezTo>
                <a:cubicBezTo>
                  <a:pt x="239226" y="1851156"/>
                  <a:pt x="221226" y="1859214"/>
                  <a:pt x="208197" y="1872243"/>
                </a:cubicBezTo>
                <a:close/>
                <a:moveTo>
                  <a:pt x="0" y="1625202"/>
                </a:moveTo>
                <a:cubicBezTo>
                  <a:pt x="418057" y="1737228"/>
                  <a:pt x="858998" y="1737384"/>
                  <a:pt x="1277606" y="1625336"/>
                </a:cubicBezTo>
                <a:cubicBezTo>
                  <a:pt x="1277605" y="1938624"/>
                  <a:pt x="1277605" y="2251911"/>
                  <a:pt x="1277605" y="2565198"/>
                </a:cubicBezTo>
                <a:cubicBezTo>
                  <a:pt x="1277605" y="2917999"/>
                  <a:pt x="991603" y="3204001"/>
                  <a:pt x="638802" y="3204001"/>
                </a:cubicBezTo>
                <a:lnTo>
                  <a:pt x="638803" y="3204000"/>
                </a:lnTo>
                <a:cubicBezTo>
                  <a:pt x="286002" y="3204000"/>
                  <a:pt x="0" y="2917999"/>
                  <a:pt x="0" y="2565197"/>
                </a:cubicBezTo>
                <a:close/>
                <a:moveTo>
                  <a:pt x="208197" y="459897"/>
                </a:moveTo>
                <a:cubicBezTo>
                  <a:pt x="195167" y="472926"/>
                  <a:pt x="187109" y="490926"/>
                  <a:pt x="187109" y="510808"/>
                </a:cubicBezTo>
                <a:lnTo>
                  <a:pt x="187109" y="1302808"/>
                </a:lnTo>
                <a:cubicBezTo>
                  <a:pt x="187109" y="1342573"/>
                  <a:pt x="219344" y="1374808"/>
                  <a:pt x="259109" y="1374808"/>
                </a:cubicBezTo>
                <a:cubicBezTo>
                  <a:pt x="298874" y="1374808"/>
                  <a:pt x="331109" y="1342573"/>
                  <a:pt x="331109" y="1302808"/>
                </a:cubicBezTo>
                <a:lnTo>
                  <a:pt x="331109" y="510808"/>
                </a:lnTo>
                <a:cubicBezTo>
                  <a:pt x="331109" y="471043"/>
                  <a:pt x="298874" y="438808"/>
                  <a:pt x="259109" y="438808"/>
                </a:cubicBezTo>
                <a:cubicBezTo>
                  <a:pt x="239226" y="438808"/>
                  <a:pt x="221226" y="446867"/>
                  <a:pt x="208197" y="459897"/>
                </a:cubicBezTo>
                <a:close/>
                <a:moveTo>
                  <a:pt x="187101" y="187101"/>
                </a:moveTo>
                <a:cubicBezTo>
                  <a:pt x="302701" y="71501"/>
                  <a:pt x="462402" y="0"/>
                  <a:pt x="638803" y="0"/>
                </a:cubicBezTo>
                <a:cubicBezTo>
                  <a:pt x="991604" y="0"/>
                  <a:pt x="1277606" y="286002"/>
                  <a:pt x="1277606" y="638803"/>
                </a:cubicBezTo>
                <a:lnTo>
                  <a:pt x="1277606" y="1497764"/>
                </a:lnTo>
                <a:cubicBezTo>
                  <a:pt x="859958" y="1616355"/>
                  <a:pt x="417375" y="1616210"/>
                  <a:pt x="0" y="1498771"/>
                </a:cubicBezTo>
                <a:lnTo>
                  <a:pt x="0" y="638803"/>
                </a:lnTo>
                <a:cubicBezTo>
                  <a:pt x="0" y="462403"/>
                  <a:pt x="71500" y="302702"/>
                  <a:pt x="187101" y="18710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7" name="Google Shape;217;p37"/>
          <p:cNvSpPr/>
          <p:nvPr/>
        </p:nvSpPr>
        <p:spPr>
          <a:xfrm rot="-2675106" flipH="1">
            <a:off x="5338144" y="5397433"/>
            <a:ext cx="81732" cy="348298"/>
          </a:xfrm>
          <a:custGeom>
            <a:avLst/>
            <a:gdLst/>
            <a:ahLst/>
            <a:cxnLst/>
            <a:rect l="l" t="t" r="r" b="b"/>
            <a:pathLst>
              <a:path w="1081111" h="4228323" extrusionOk="0">
                <a:moveTo>
                  <a:pt x="335224" y="1867922"/>
                </a:moveTo>
                <a:cubicBezTo>
                  <a:pt x="355105" y="1839562"/>
                  <a:pt x="441066" y="1818228"/>
                  <a:pt x="544096" y="1818228"/>
                </a:cubicBezTo>
                <a:cubicBezTo>
                  <a:pt x="661845" y="1818228"/>
                  <a:pt x="757300" y="1846093"/>
                  <a:pt x="757300" y="1880465"/>
                </a:cubicBezTo>
                <a:lnTo>
                  <a:pt x="754850" y="1887560"/>
                </a:lnTo>
                <a:lnTo>
                  <a:pt x="757869" y="1887560"/>
                </a:lnTo>
                <a:lnTo>
                  <a:pt x="757869" y="2839818"/>
                </a:lnTo>
                <a:cubicBezTo>
                  <a:pt x="757869" y="2972331"/>
                  <a:pt x="662287" y="3079754"/>
                  <a:pt x="544381" y="3079754"/>
                </a:cubicBezTo>
                <a:cubicBezTo>
                  <a:pt x="426475" y="3079754"/>
                  <a:pt x="330892" y="2972330"/>
                  <a:pt x="330892" y="2839818"/>
                </a:cubicBezTo>
                <a:cubicBezTo>
                  <a:pt x="330892" y="2522399"/>
                  <a:pt x="330893" y="2204979"/>
                  <a:pt x="330893" y="1887560"/>
                </a:cubicBezTo>
                <a:lnTo>
                  <a:pt x="333343" y="1887560"/>
                </a:lnTo>
                <a:cubicBezTo>
                  <a:pt x="331423" y="1885549"/>
                  <a:pt x="330893" y="1883025"/>
                  <a:pt x="330893" y="1880465"/>
                </a:cubicBezTo>
                <a:cubicBezTo>
                  <a:pt x="330893" y="1876168"/>
                  <a:pt x="332384" y="1871973"/>
                  <a:pt x="335224" y="1867922"/>
                </a:cubicBezTo>
                <a:close/>
                <a:moveTo>
                  <a:pt x="40017" y="122059"/>
                </a:moveTo>
                <a:cubicBezTo>
                  <a:pt x="33211" y="132011"/>
                  <a:pt x="29637" y="142314"/>
                  <a:pt x="29637" y="152868"/>
                </a:cubicBezTo>
                <a:cubicBezTo>
                  <a:pt x="29637" y="201406"/>
                  <a:pt x="105246" y="244661"/>
                  <a:pt x="223474" y="271871"/>
                </a:cubicBezTo>
                <a:lnTo>
                  <a:pt x="259635" y="468058"/>
                </a:lnTo>
                <a:cubicBezTo>
                  <a:pt x="103865" y="495856"/>
                  <a:pt x="0" y="547115"/>
                  <a:pt x="0" y="605632"/>
                </a:cubicBezTo>
                <a:cubicBezTo>
                  <a:pt x="0" y="658669"/>
                  <a:pt x="85325" y="705745"/>
                  <a:pt x="217400" y="734580"/>
                </a:cubicBezTo>
                <a:lnTo>
                  <a:pt x="217063" y="737117"/>
                </a:lnTo>
                <a:lnTo>
                  <a:pt x="217063" y="2943282"/>
                </a:lnTo>
                <a:cubicBezTo>
                  <a:pt x="217063" y="3039089"/>
                  <a:pt x="294931" y="3121078"/>
                  <a:pt x="405721" y="3153265"/>
                </a:cubicBezTo>
                <a:cubicBezTo>
                  <a:pt x="400324" y="3160310"/>
                  <a:pt x="397646" y="3168520"/>
                  <a:pt x="397646" y="3177204"/>
                </a:cubicBezTo>
                <a:lnTo>
                  <a:pt x="397646" y="3194256"/>
                </a:lnTo>
                <a:cubicBezTo>
                  <a:pt x="397646" y="3224314"/>
                  <a:pt x="429716" y="3248680"/>
                  <a:pt x="469276" y="3248680"/>
                </a:cubicBezTo>
                <a:lnTo>
                  <a:pt x="496274" y="3248680"/>
                </a:lnTo>
                <a:cubicBezTo>
                  <a:pt x="503831" y="3569617"/>
                  <a:pt x="518631" y="3867052"/>
                  <a:pt x="514761" y="4228323"/>
                </a:cubicBezTo>
                <a:lnTo>
                  <a:pt x="577573" y="4091802"/>
                </a:lnTo>
                <a:cubicBezTo>
                  <a:pt x="580481" y="3794896"/>
                  <a:pt x="583388" y="3537508"/>
                  <a:pt x="586278" y="3248680"/>
                </a:cubicBezTo>
                <a:lnTo>
                  <a:pt x="611834" y="3248680"/>
                </a:lnTo>
                <a:cubicBezTo>
                  <a:pt x="651395" y="3248680"/>
                  <a:pt x="683465" y="3224314"/>
                  <a:pt x="683465" y="3194256"/>
                </a:cubicBezTo>
                <a:lnTo>
                  <a:pt x="683465" y="3177205"/>
                </a:lnTo>
                <a:cubicBezTo>
                  <a:pt x="683465" y="3168518"/>
                  <a:pt x="680787" y="3160307"/>
                  <a:pt x="675388" y="3153262"/>
                </a:cubicBezTo>
                <a:cubicBezTo>
                  <a:pt x="786180" y="3121079"/>
                  <a:pt x="864048" y="3039089"/>
                  <a:pt x="864048" y="2943282"/>
                </a:cubicBezTo>
                <a:lnTo>
                  <a:pt x="864048" y="737117"/>
                </a:lnTo>
                <a:cubicBezTo>
                  <a:pt x="864048" y="736269"/>
                  <a:pt x="864042" y="735422"/>
                  <a:pt x="863712" y="734579"/>
                </a:cubicBezTo>
                <a:cubicBezTo>
                  <a:pt x="995786" y="705744"/>
                  <a:pt x="1081111" y="658669"/>
                  <a:pt x="1081111" y="605632"/>
                </a:cubicBezTo>
                <a:cubicBezTo>
                  <a:pt x="1081111" y="547115"/>
                  <a:pt x="977246" y="495856"/>
                  <a:pt x="821477" y="468058"/>
                </a:cubicBezTo>
                <a:lnTo>
                  <a:pt x="857637" y="271871"/>
                </a:lnTo>
                <a:cubicBezTo>
                  <a:pt x="975865" y="244661"/>
                  <a:pt x="1051474" y="201406"/>
                  <a:pt x="1051474" y="152868"/>
                </a:cubicBezTo>
                <a:cubicBezTo>
                  <a:pt x="1051474" y="68441"/>
                  <a:pt x="822728" y="0"/>
                  <a:pt x="540555" y="0"/>
                </a:cubicBezTo>
                <a:cubicBezTo>
                  <a:pt x="293654" y="0"/>
                  <a:pt x="87658" y="52400"/>
                  <a:pt x="40017" y="122059"/>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8" name="Google Shape;218;p37"/>
          <p:cNvSpPr/>
          <p:nvPr/>
        </p:nvSpPr>
        <p:spPr>
          <a:xfrm>
            <a:off x="7780084" y="4821670"/>
            <a:ext cx="167424" cy="290248"/>
          </a:xfrm>
          <a:custGeom>
            <a:avLst/>
            <a:gdLst/>
            <a:ahLst/>
            <a:cxnLst/>
            <a:rect l="l" t="t" r="r" b="b"/>
            <a:pathLst>
              <a:path w="2016224" h="3207971" extrusionOk="0">
                <a:moveTo>
                  <a:pt x="854575" y="1382799"/>
                </a:moveTo>
                <a:lnTo>
                  <a:pt x="854575" y="1686462"/>
                </a:lnTo>
                <a:lnTo>
                  <a:pt x="550912" y="1686462"/>
                </a:lnTo>
                <a:lnTo>
                  <a:pt x="550912" y="1993536"/>
                </a:lnTo>
                <a:lnTo>
                  <a:pt x="854575" y="1993536"/>
                </a:lnTo>
                <a:lnTo>
                  <a:pt x="854575" y="2297199"/>
                </a:lnTo>
                <a:lnTo>
                  <a:pt x="1161649" y="2297199"/>
                </a:lnTo>
                <a:lnTo>
                  <a:pt x="1161649" y="1993536"/>
                </a:lnTo>
                <a:lnTo>
                  <a:pt x="1465312" y="1993536"/>
                </a:lnTo>
                <a:lnTo>
                  <a:pt x="1465312" y="1686462"/>
                </a:lnTo>
                <a:lnTo>
                  <a:pt x="1161649" y="1686462"/>
                </a:lnTo>
                <a:lnTo>
                  <a:pt x="1161649" y="1382799"/>
                </a:lnTo>
                <a:close/>
                <a:moveTo>
                  <a:pt x="397285" y="941591"/>
                </a:moveTo>
                <a:lnTo>
                  <a:pt x="1618940" y="941591"/>
                </a:lnTo>
                <a:lnTo>
                  <a:pt x="1618940" y="2738407"/>
                </a:lnTo>
                <a:lnTo>
                  <a:pt x="397285" y="2738407"/>
                </a:lnTo>
                <a:close/>
                <a:moveTo>
                  <a:pt x="305673" y="849979"/>
                </a:moveTo>
                <a:lnTo>
                  <a:pt x="305673" y="2830019"/>
                </a:lnTo>
                <a:lnTo>
                  <a:pt x="1710552" y="2830019"/>
                </a:lnTo>
                <a:lnTo>
                  <a:pt x="1710552" y="849979"/>
                </a:lnTo>
                <a:close/>
                <a:moveTo>
                  <a:pt x="240515" y="472027"/>
                </a:moveTo>
                <a:lnTo>
                  <a:pt x="1775709" y="472027"/>
                </a:lnTo>
                <a:cubicBezTo>
                  <a:pt x="1908542" y="472027"/>
                  <a:pt x="2016224" y="579709"/>
                  <a:pt x="2016224" y="712542"/>
                </a:cubicBezTo>
                <a:lnTo>
                  <a:pt x="2016224" y="2967456"/>
                </a:lnTo>
                <a:cubicBezTo>
                  <a:pt x="2016224" y="3100289"/>
                  <a:pt x="1908542" y="3207971"/>
                  <a:pt x="1775709" y="3207971"/>
                </a:cubicBezTo>
                <a:lnTo>
                  <a:pt x="240515" y="3207971"/>
                </a:lnTo>
                <a:cubicBezTo>
                  <a:pt x="107682" y="3207971"/>
                  <a:pt x="0" y="3100289"/>
                  <a:pt x="0" y="2967456"/>
                </a:cubicBezTo>
                <a:lnTo>
                  <a:pt x="0" y="712542"/>
                </a:lnTo>
                <a:cubicBezTo>
                  <a:pt x="0" y="579709"/>
                  <a:pt x="107682" y="472027"/>
                  <a:pt x="240515" y="472027"/>
                </a:cubicBezTo>
                <a:close/>
                <a:moveTo>
                  <a:pt x="515787" y="0"/>
                </a:moveTo>
                <a:lnTo>
                  <a:pt x="1500437" y="0"/>
                </a:lnTo>
                <a:cubicBezTo>
                  <a:pt x="1541893" y="0"/>
                  <a:pt x="1575500" y="33607"/>
                  <a:pt x="1575500" y="75063"/>
                </a:cubicBezTo>
                <a:lnTo>
                  <a:pt x="1575500" y="367990"/>
                </a:lnTo>
                <a:lnTo>
                  <a:pt x="440724" y="367990"/>
                </a:lnTo>
                <a:lnTo>
                  <a:pt x="440724" y="75063"/>
                </a:lnTo>
                <a:cubicBezTo>
                  <a:pt x="440724" y="33607"/>
                  <a:pt x="474331" y="0"/>
                  <a:pt x="515787"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19" name="Google Shape;219;p37"/>
          <p:cNvSpPr/>
          <p:nvPr/>
        </p:nvSpPr>
        <p:spPr>
          <a:xfrm>
            <a:off x="6916457" y="4821670"/>
            <a:ext cx="266385" cy="290248"/>
          </a:xfrm>
          <a:custGeom>
            <a:avLst/>
            <a:gdLst/>
            <a:ahLst/>
            <a:cxnLst/>
            <a:rect l="l" t="t" r="r" b="b"/>
            <a:pathLst>
              <a:path w="3240000" h="3240000" extrusionOk="0">
                <a:moveTo>
                  <a:pt x="1799999" y="306000"/>
                </a:moveTo>
                <a:lnTo>
                  <a:pt x="1440000" y="306000"/>
                </a:lnTo>
                <a:lnTo>
                  <a:pt x="1440000" y="1308231"/>
                </a:lnTo>
                <a:lnTo>
                  <a:pt x="572043" y="807116"/>
                </a:lnTo>
                <a:lnTo>
                  <a:pt x="392043" y="1118885"/>
                </a:lnTo>
                <a:lnTo>
                  <a:pt x="1260000" y="1620000"/>
                </a:lnTo>
                <a:lnTo>
                  <a:pt x="392043" y="2121116"/>
                </a:lnTo>
                <a:lnTo>
                  <a:pt x="572043" y="2432885"/>
                </a:lnTo>
                <a:lnTo>
                  <a:pt x="1440000" y="1931769"/>
                </a:lnTo>
                <a:lnTo>
                  <a:pt x="1440000" y="2934000"/>
                </a:lnTo>
                <a:lnTo>
                  <a:pt x="1800000" y="2934000"/>
                </a:lnTo>
                <a:lnTo>
                  <a:pt x="1800000" y="1931769"/>
                </a:lnTo>
                <a:lnTo>
                  <a:pt x="2667957" y="2432884"/>
                </a:lnTo>
                <a:lnTo>
                  <a:pt x="2847957" y="2121116"/>
                </a:lnTo>
                <a:lnTo>
                  <a:pt x="1980000" y="1620000"/>
                </a:lnTo>
                <a:lnTo>
                  <a:pt x="2847958" y="1118885"/>
                </a:lnTo>
                <a:lnTo>
                  <a:pt x="2667957" y="807116"/>
                </a:lnTo>
                <a:lnTo>
                  <a:pt x="1800000" y="1308231"/>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0" name="Google Shape;220;p37"/>
          <p:cNvSpPr/>
          <p:nvPr/>
        </p:nvSpPr>
        <p:spPr>
          <a:xfrm>
            <a:off x="7338334" y="4821670"/>
            <a:ext cx="266022" cy="290248"/>
          </a:xfrm>
          <a:custGeom>
            <a:avLst/>
            <a:gdLst/>
            <a:ahLst/>
            <a:cxnLst/>
            <a:rect l="l" t="t" r="r" b="b"/>
            <a:pathLst>
              <a:path w="3225370" h="3229762" extrusionOk="0">
                <a:moveTo>
                  <a:pt x="1355872" y="0"/>
                </a:moveTo>
                <a:cubicBezTo>
                  <a:pt x="1564636" y="0"/>
                  <a:pt x="1733872" y="169236"/>
                  <a:pt x="1733872" y="378000"/>
                </a:cubicBezTo>
                <a:cubicBezTo>
                  <a:pt x="1733872" y="530834"/>
                  <a:pt x="1643169" y="662483"/>
                  <a:pt x="1512292" y="721255"/>
                </a:cubicBezTo>
                <a:lnTo>
                  <a:pt x="1607042" y="1169019"/>
                </a:lnTo>
                <a:cubicBezTo>
                  <a:pt x="1611319" y="1167786"/>
                  <a:pt x="1615651" y="1167712"/>
                  <a:pt x="1620000" y="1167712"/>
                </a:cubicBezTo>
                <a:cubicBezTo>
                  <a:pt x="1828764" y="1167712"/>
                  <a:pt x="1998000" y="1336948"/>
                  <a:pt x="1998000" y="1545712"/>
                </a:cubicBezTo>
                <a:lnTo>
                  <a:pt x="1996362" y="1567711"/>
                </a:lnTo>
                <a:lnTo>
                  <a:pt x="2525816" y="1711728"/>
                </a:lnTo>
                <a:cubicBezTo>
                  <a:pt x="2591164" y="1602543"/>
                  <a:pt x="2710810" y="1530128"/>
                  <a:pt x="2847370" y="1530128"/>
                </a:cubicBezTo>
                <a:cubicBezTo>
                  <a:pt x="3056134" y="1530128"/>
                  <a:pt x="3225370" y="1699364"/>
                  <a:pt x="3225370" y="1908128"/>
                </a:cubicBezTo>
                <a:cubicBezTo>
                  <a:pt x="3225370" y="2116892"/>
                  <a:pt x="3056134" y="2286128"/>
                  <a:pt x="2847370" y="2286128"/>
                </a:cubicBezTo>
                <a:cubicBezTo>
                  <a:pt x="2638606" y="2286128"/>
                  <a:pt x="2469370" y="2116892"/>
                  <a:pt x="2469370" y="1908128"/>
                </a:cubicBezTo>
                <a:lnTo>
                  <a:pt x="2475505" y="1847275"/>
                </a:lnTo>
                <a:lnTo>
                  <a:pt x="1957861" y="1706471"/>
                </a:lnTo>
                <a:cubicBezTo>
                  <a:pt x="1922674" y="1789256"/>
                  <a:pt x="1855841" y="1854310"/>
                  <a:pt x="1773397" y="1890608"/>
                </a:cubicBezTo>
                <a:lnTo>
                  <a:pt x="1908290" y="2478637"/>
                </a:lnTo>
                <a:cubicBezTo>
                  <a:pt x="2094333" y="2500701"/>
                  <a:pt x="2237929" y="2659462"/>
                  <a:pt x="2237929" y="2851762"/>
                </a:cubicBezTo>
                <a:cubicBezTo>
                  <a:pt x="2237929" y="3060526"/>
                  <a:pt x="2068693" y="3229762"/>
                  <a:pt x="1859929" y="3229762"/>
                </a:cubicBezTo>
                <a:cubicBezTo>
                  <a:pt x="1651165" y="3229762"/>
                  <a:pt x="1481929" y="3060526"/>
                  <a:pt x="1481929" y="2851762"/>
                </a:cubicBezTo>
                <a:cubicBezTo>
                  <a:pt x="1481929" y="2676759"/>
                  <a:pt x="1600854" y="2529533"/>
                  <a:pt x="1762693" y="2487978"/>
                </a:cubicBezTo>
                <a:lnTo>
                  <a:pt x="1632951" y="1922407"/>
                </a:lnTo>
                <a:cubicBezTo>
                  <a:pt x="1628677" y="1923639"/>
                  <a:pt x="1624347" y="1923712"/>
                  <a:pt x="1620000" y="1923712"/>
                </a:cubicBezTo>
                <a:cubicBezTo>
                  <a:pt x="1474614" y="1923712"/>
                  <a:pt x="1348399" y="1841634"/>
                  <a:pt x="1286703" y="1720478"/>
                </a:cubicBezTo>
                <a:lnTo>
                  <a:pt x="726463" y="1950491"/>
                </a:lnTo>
                <a:cubicBezTo>
                  <a:pt x="745503" y="1995553"/>
                  <a:pt x="756000" y="2045092"/>
                  <a:pt x="756000" y="2097083"/>
                </a:cubicBezTo>
                <a:cubicBezTo>
                  <a:pt x="756000" y="2305847"/>
                  <a:pt x="586764" y="2475083"/>
                  <a:pt x="378000" y="2475083"/>
                </a:cubicBezTo>
                <a:cubicBezTo>
                  <a:pt x="169236" y="2475083"/>
                  <a:pt x="0" y="2305847"/>
                  <a:pt x="0" y="2097083"/>
                </a:cubicBezTo>
                <a:cubicBezTo>
                  <a:pt x="0" y="1888319"/>
                  <a:pt x="169236" y="1719083"/>
                  <a:pt x="378000" y="1719083"/>
                </a:cubicBezTo>
                <a:cubicBezTo>
                  <a:pt x="481765" y="1719083"/>
                  <a:pt x="575764" y="1760894"/>
                  <a:pt x="643957" y="1828700"/>
                </a:cubicBezTo>
                <a:lnTo>
                  <a:pt x="1245626" y="1581679"/>
                </a:lnTo>
                <a:cubicBezTo>
                  <a:pt x="1242578" y="1569964"/>
                  <a:pt x="1242000" y="1557905"/>
                  <a:pt x="1242000" y="1545712"/>
                </a:cubicBezTo>
                <a:cubicBezTo>
                  <a:pt x="1242000" y="1391666"/>
                  <a:pt x="1334148" y="1259142"/>
                  <a:pt x="1466584" y="1200827"/>
                </a:cubicBezTo>
                <a:lnTo>
                  <a:pt x="1372109" y="754363"/>
                </a:lnTo>
                <a:cubicBezTo>
                  <a:pt x="1366762" y="755885"/>
                  <a:pt x="1361331" y="756000"/>
                  <a:pt x="1355872" y="756000"/>
                </a:cubicBezTo>
                <a:cubicBezTo>
                  <a:pt x="1147108" y="756000"/>
                  <a:pt x="977872" y="586764"/>
                  <a:pt x="977872" y="378000"/>
                </a:cubicBezTo>
                <a:cubicBezTo>
                  <a:pt x="977872" y="169236"/>
                  <a:pt x="1147108" y="0"/>
                  <a:pt x="135587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1" name="Google Shape;221;p37"/>
          <p:cNvSpPr/>
          <p:nvPr/>
        </p:nvSpPr>
        <p:spPr>
          <a:xfrm rot="10800000">
            <a:off x="4834842" y="5426457"/>
            <a:ext cx="245673" cy="290248"/>
          </a:xfrm>
          <a:custGeom>
            <a:avLst/>
            <a:gdLst/>
            <a:ahLst/>
            <a:cxnLst/>
            <a:rect l="l" t="t" r="r" b="b"/>
            <a:pathLst>
              <a:path w="2958558" h="3207983" extrusionOk="0">
                <a:moveTo>
                  <a:pt x="376920" y="2960896"/>
                </a:moveTo>
                <a:cubicBezTo>
                  <a:pt x="266613" y="2960896"/>
                  <a:pt x="177192" y="2871475"/>
                  <a:pt x="177192" y="2761168"/>
                </a:cubicBezTo>
                <a:cubicBezTo>
                  <a:pt x="177192" y="2650861"/>
                  <a:pt x="266613" y="2561440"/>
                  <a:pt x="376920" y="2561440"/>
                </a:cubicBezTo>
                <a:cubicBezTo>
                  <a:pt x="487227" y="2561440"/>
                  <a:pt x="576648" y="2650861"/>
                  <a:pt x="576648" y="2761168"/>
                </a:cubicBezTo>
                <a:cubicBezTo>
                  <a:pt x="576648" y="2871475"/>
                  <a:pt x="487227" y="2960896"/>
                  <a:pt x="376920" y="2960896"/>
                </a:cubicBezTo>
                <a:close/>
                <a:moveTo>
                  <a:pt x="376921" y="3072323"/>
                </a:moveTo>
                <a:cubicBezTo>
                  <a:pt x="539434" y="3072323"/>
                  <a:pt x="671176" y="2940581"/>
                  <a:pt x="671176" y="2778068"/>
                </a:cubicBezTo>
                <a:cubicBezTo>
                  <a:pt x="671176" y="2615555"/>
                  <a:pt x="539434" y="2483813"/>
                  <a:pt x="376921" y="2483813"/>
                </a:cubicBezTo>
                <a:cubicBezTo>
                  <a:pt x="214408" y="2483813"/>
                  <a:pt x="82666" y="2615555"/>
                  <a:pt x="82666" y="2778068"/>
                </a:cubicBezTo>
                <a:cubicBezTo>
                  <a:pt x="82666" y="2940581"/>
                  <a:pt x="214408" y="3072323"/>
                  <a:pt x="376921" y="3072323"/>
                </a:cubicBezTo>
                <a:close/>
                <a:moveTo>
                  <a:pt x="2379939" y="3207575"/>
                </a:moveTo>
                <a:cubicBezTo>
                  <a:pt x="2342159" y="3210380"/>
                  <a:pt x="2303308" y="3198772"/>
                  <a:pt x="2272342" y="3172087"/>
                </a:cubicBezTo>
                <a:cubicBezTo>
                  <a:pt x="2210411" y="3118717"/>
                  <a:pt x="2203469" y="3025247"/>
                  <a:pt x="2256839" y="2963315"/>
                </a:cubicBezTo>
                <a:cubicBezTo>
                  <a:pt x="2292137" y="2922355"/>
                  <a:pt x="2344975" y="2905450"/>
                  <a:pt x="2394194" y="2916618"/>
                </a:cubicBezTo>
                <a:lnTo>
                  <a:pt x="2482323" y="2842744"/>
                </a:lnTo>
                <a:lnTo>
                  <a:pt x="2486558" y="2847797"/>
                </a:lnTo>
                <a:cubicBezTo>
                  <a:pt x="2638916" y="2767056"/>
                  <a:pt x="2628462" y="2744879"/>
                  <a:pt x="2689889" y="2690172"/>
                </a:cubicBezTo>
                <a:cubicBezTo>
                  <a:pt x="2722819" y="2655246"/>
                  <a:pt x="2732363" y="2657367"/>
                  <a:pt x="2726376" y="2568558"/>
                </a:cubicBezTo>
                <a:lnTo>
                  <a:pt x="2730335" y="2568172"/>
                </a:lnTo>
                <a:lnTo>
                  <a:pt x="2726098" y="2568172"/>
                </a:lnTo>
                <a:lnTo>
                  <a:pt x="2726098" y="2140027"/>
                </a:lnTo>
                <a:lnTo>
                  <a:pt x="2686068" y="2140105"/>
                </a:lnTo>
                <a:cubicBezTo>
                  <a:pt x="2685662" y="1932305"/>
                  <a:pt x="2574529" y="1740506"/>
                  <a:pt x="2394530" y="1636956"/>
                </a:cubicBezTo>
                <a:cubicBezTo>
                  <a:pt x="2214320" y="1533284"/>
                  <a:pt x="1992511" y="1533845"/>
                  <a:pt x="1812826" y="1638426"/>
                </a:cubicBezTo>
                <a:cubicBezTo>
                  <a:pt x="1633353" y="1742884"/>
                  <a:pt x="1523189" y="1935240"/>
                  <a:pt x="1523830" y="2143038"/>
                </a:cubicBezTo>
                <a:lnTo>
                  <a:pt x="1483625" y="2143162"/>
                </a:lnTo>
                <a:lnTo>
                  <a:pt x="1483625" y="2568172"/>
                </a:lnTo>
                <a:lnTo>
                  <a:pt x="1479388" y="2568172"/>
                </a:lnTo>
                <a:lnTo>
                  <a:pt x="1483347" y="2568558"/>
                </a:lnTo>
                <a:cubicBezTo>
                  <a:pt x="1477359" y="2657367"/>
                  <a:pt x="1486903" y="2655246"/>
                  <a:pt x="1519833" y="2690172"/>
                </a:cubicBezTo>
                <a:cubicBezTo>
                  <a:pt x="1581261" y="2744879"/>
                  <a:pt x="1570806" y="2767057"/>
                  <a:pt x="1723166" y="2847797"/>
                </a:cubicBezTo>
                <a:lnTo>
                  <a:pt x="1727402" y="2842744"/>
                </a:lnTo>
                <a:lnTo>
                  <a:pt x="1815530" y="2916618"/>
                </a:lnTo>
                <a:cubicBezTo>
                  <a:pt x="1864749" y="2905450"/>
                  <a:pt x="1917587" y="2922356"/>
                  <a:pt x="1952884" y="2963315"/>
                </a:cubicBezTo>
                <a:cubicBezTo>
                  <a:pt x="2006254" y="3025247"/>
                  <a:pt x="1999313" y="3118717"/>
                  <a:pt x="1937381" y="3172087"/>
                </a:cubicBezTo>
                <a:cubicBezTo>
                  <a:pt x="1906416" y="3198772"/>
                  <a:pt x="1867565" y="3210380"/>
                  <a:pt x="1829785" y="3207575"/>
                </a:cubicBezTo>
                <a:cubicBezTo>
                  <a:pt x="1792004" y="3204769"/>
                  <a:pt x="1755294" y="3187551"/>
                  <a:pt x="1728609" y="3156586"/>
                </a:cubicBezTo>
                <a:cubicBezTo>
                  <a:pt x="1704170" y="3128225"/>
                  <a:pt x="1692377" y="3093251"/>
                  <a:pt x="1694258" y="3058558"/>
                </a:cubicBezTo>
                <a:lnTo>
                  <a:pt x="1607474" y="2985811"/>
                </a:lnTo>
                <a:lnTo>
                  <a:pt x="1609754" y="2983092"/>
                </a:lnTo>
                <a:cubicBezTo>
                  <a:pt x="1505378" y="2914609"/>
                  <a:pt x="1454899" y="2874388"/>
                  <a:pt x="1372959" y="2808609"/>
                </a:cubicBezTo>
                <a:cubicBezTo>
                  <a:pt x="1301402" y="2768123"/>
                  <a:pt x="1295976" y="2652344"/>
                  <a:pt x="1300245" y="2568172"/>
                </a:cubicBezTo>
                <a:lnTo>
                  <a:pt x="1296941" y="2568172"/>
                </a:lnTo>
                <a:lnTo>
                  <a:pt x="1296941" y="2143739"/>
                </a:lnTo>
                <a:lnTo>
                  <a:pt x="1251342" y="2143880"/>
                </a:lnTo>
                <a:cubicBezTo>
                  <a:pt x="1250400" y="1838694"/>
                  <a:pt x="1412261" y="1556194"/>
                  <a:pt x="1675942" y="1402813"/>
                </a:cubicBezTo>
                <a:cubicBezTo>
                  <a:pt x="1778114" y="1343381"/>
                  <a:pt x="1889554" y="1306836"/>
                  <a:pt x="2003205" y="1293823"/>
                </a:cubicBezTo>
                <a:lnTo>
                  <a:pt x="2003205" y="878785"/>
                </a:lnTo>
                <a:lnTo>
                  <a:pt x="1998176" y="878621"/>
                </a:lnTo>
                <a:cubicBezTo>
                  <a:pt x="2009560" y="630102"/>
                  <a:pt x="1847671" y="398939"/>
                  <a:pt x="1584243" y="287563"/>
                </a:cubicBezTo>
                <a:cubicBezTo>
                  <a:pt x="1373323" y="198386"/>
                  <a:pt x="1125012" y="198092"/>
                  <a:pt x="913796" y="286769"/>
                </a:cubicBezTo>
                <a:cubicBezTo>
                  <a:pt x="650203" y="397436"/>
                  <a:pt x="487575" y="627955"/>
                  <a:pt x="497878" y="876315"/>
                </a:cubicBezTo>
                <a:lnTo>
                  <a:pt x="492947" y="876461"/>
                </a:lnTo>
                <a:lnTo>
                  <a:pt x="492947" y="2424958"/>
                </a:lnTo>
                <a:cubicBezTo>
                  <a:pt x="646520" y="2471832"/>
                  <a:pt x="757382" y="2615059"/>
                  <a:pt x="757382" y="2784179"/>
                </a:cubicBezTo>
                <a:cubicBezTo>
                  <a:pt x="757382" y="2993324"/>
                  <a:pt x="587836" y="3162870"/>
                  <a:pt x="378691" y="3162870"/>
                </a:cubicBezTo>
                <a:cubicBezTo>
                  <a:pt x="169546" y="3162870"/>
                  <a:pt x="0" y="2993324"/>
                  <a:pt x="0" y="2784179"/>
                </a:cubicBezTo>
                <a:cubicBezTo>
                  <a:pt x="0" y="2610447"/>
                  <a:pt x="116991" y="2464039"/>
                  <a:pt x="276947" y="2421074"/>
                </a:cubicBezTo>
                <a:lnTo>
                  <a:pt x="276947" y="783746"/>
                </a:lnTo>
                <a:lnTo>
                  <a:pt x="281758" y="783746"/>
                </a:lnTo>
                <a:cubicBezTo>
                  <a:pt x="307533" y="493124"/>
                  <a:pt x="502412" y="231983"/>
                  <a:pt x="801266" y="95774"/>
                </a:cubicBezTo>
                <a:cubicBezTo>
                  <a:pt x="1082323" y="-32324"/>
                  <a:pt x="1416727" y="-31901"/>
                  <a:pt x="1697364" y="96907"/>
                </a:cubicBezTo>
                <a:cubicBezTo>
                  <a:pt x="1994951" y="233494"/>
                  <a:pt x="2188714" y="494056"/>
                  <a:pt x="2214549" y="783746"/>
                </a:cubicBezTo>
                <a:lnTo>
                  <a:pt x="2219205" y="783746"/>
                </a:lnTo>
                <a:lnTo>
                  <a:pt x="2219205" y="1295162"/>
                </a:lnTo>
                <a:cubicBezTo>
                  <a:pt x="2327099" y="1309357"/>
                  <a:pt x="2432799" y="1344641"/>
                  <a:pt x="2530224" y="1400656"/>
                </a:cubicBezTo>
                <a:cubicBezTo>
                  <a:pt x="2794677" y="1552703"/>
                  <a:pt x="2957961" y="1834385"/>
                  <a:pt x="2958558" y="2139573"/>
                </a:cubicBezTo>
                <a:lnTo>
                  <a:pt x="2912782" y="2139663"/>
                </a:lnTo>
                <a:lnTo>
                  <a:pt x="2912782" y="2568172"/>
                </a:lnTo>
                <a:lnTo>
                  <a:pt x="2909478" y="2568172"/>
                </a:lnTo>
                <a:cubicBezTo>
                  <a:pt x="2913747" y="2652344"/>
                  <a:pt x="2908320" y="2768123"/>
                  <a:pt x="2836763" y="2808609"/>
                </a:cubicBezTo>
                <a:cubicBezTo>
                  <a:pt x="2754824" y="2874388"/>
                  <a:pt x="2704345" y="2914609"/>
                  <a:pt x="2599970" y="2983091"/>
                </a:cubicBezTo>
                <a:lnTo>
                  <a:pt x="2602250" y="2985811"/>
                </a:lnTo>
                <a:lnTo>
                  <a:pt x="2515466" y="3058559"/>
                </a:lnTo>
                <a:cubicBezTo>
                  <a:pt x="2517346" y="3093252"/>
                  <a:pt x="2505554" y="3128225"/>
                  <a:pt x="2481114" y="3156586"/>
                </a:cubicBezTo>
                <a:cubicBezTo>
                  <a:pt x="2454429" y="3187551"/>
                  <a:pt x="2417719" y="3204769"/>
                  <a:pt x="2379939" y="3207575"/>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2" name="Google Shape;222;p37"/>
          <p:cNvSpPr/>
          <p:nvPr/>
        </p:nvSpPr>
        <p:spPr>
          <a:xfrm rot="10800000">
            <a:off x="6550218" y="5417880"/>
            <a:ext cx="160946" cy="285339"/>
          </a:xfrm>
          <a:custGeom>
            <a:avLst/>
            <a:gdLst/>
            <a:ahLst/>
            <a:cxnLst/>
            <a:rect l="l" t="t" r="r" b="b"/>
            <a:pathLst>
              <a:path w="3636337" h="7138182" extrusionOk="0">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3" name="Google Shape;223;p37"/>
          <p:cNvSpPr/>
          <p:nvPr/>
        </p:nvSpPr>
        <p:spPr>
          <a:xfrm>
            <a:off x="5679197" y="5493954"/>
            <a:ext cx="254361" cy="155255"/>
          </a:xfrm>
          <a:custGeom>
            <a:avLst/>
            <a:gdLst/>
            <a:ahLst/>
            <a:cxnLst/>
            <a:rect l="l" t="t" r="r" b="b"/>
            <a:pathLst>
              <a:path w="4560938" h="2554996" extrusionOk="0">
                <a:moveTo>
                  <a:pt x="2315585" y="1351978"/>
                </a:moveTo>
                <a:lnTo>
                  <a:pt x="2315585" y="1608128"/>
                </a:lnTo>
                <a:cubicBezTo>
                  <a:pt x="2332000" y="1604085"/>
                  <a:pt x="2347685" y="1596777"/>
                  <a:pt x="2361832" y="1586519"/>
                </a:cubicBezTo>
                <a:cubicBezTo>
                  <a:pt x="2403345" y="1556419"/>
                  <a:pt x="2424829" y="1505846"/>
                  <a:pt x="2417675" y="1455070"/>
                </a:cubicBezTo>
                <a:cubicBezTo>
                  <a:pt x="2409025" y="1388817"/>
                  <a:pt x="2368208" y="1366470"/>
                  <a:pt x="2315585" y="1351978"/>
                </a:cubicBezTo>
                <a:close/>
                <a:moveTo>
                  <a:pt x="3612086" y="989467"/>
                </a:moveTo>
                <a:cubicBezTo>
                  <a:pt x="3453010" y="989467"/>
                  <a:pt x="3324054" y="1118423"/>
                  <a:pt x="3324054" y="1277499"/>
                </a:cubicBezTo>
                <a:cubicBezTo>
                  <a:pt x="3324054" y="1436575"/>
                  <a:pt x="3453010" y="1565531"/>
                  <a:pt x="3612086" y="1565531"/>
                </a:cubicBezTo>
                <a:cubicBezTo>
                  <a:pt x="3771162" y="1565531"/>
                  <a:pt x="3900118" y="1436575"/>
                  <a:pt x="3900118" y="1277499"/>
                </a:cubicBezTo>
                <a:cubicBezTo>
                  <a:pt x="3900118" y="1118423"/>
                  <a:pt x="3771162" y="989467"/>
                  <a:pt x="3612086" y="989467"/>
                </a:cubicBezTo>
                <a:close/>
                <a:moveTo>
                  <a:pt x="948854" y="989467"/>
                </a:moveTo>
                <a:cubicBezTo>
                  <a:pt x="789778" y="989467"/>
                  <a:pt x="660822" y="1118423"/>
                  <a:pt x="660822" y="1277499"/>
                </a:cubicBezTo>
                <a:cubicBezTo>
                  <a:pt x="660822" y="1436575"/>
                  <a:pt x="789778" y="1565531"/>
                  <a:pt x="948854" y="1565531"/>
                </a:cubicBezTo>
                <a:cubicBezTo>
                  <a:pt x="1107930" y="1565531"/>
                  <a:pt x="1236886" y="1436575"/>
                  <a:pt x="1236886" y="1277499"/>
                </a:cubicBezTo>
                <a:cubicBezTo>
                  <a:pt x="1236886" y="1118423"/>
                  <a:pt x="1107930" y="989467"/>
                  <a:pt x="948854" y="989467"/>
                </a:cubicBezTo>
                <a:close/>
                <a:moveTo>
                  <a:pt x="2247651" y="946230"/>
                </a:moveTo>
                <a:cubicBezTo>
                  <a:pt x="2230469" y="950266"/>
                  <a:pt x="2214012" y="957763"/>
                  <a:pt x="2199233" y="968479"/>
                </a:cubicBezTo>
                <a:cubicBezTo>
                  <a:pt x="2157721" y="998579"/>
                  <a:pt x="2136236" y="1049152"/>
                  <a:pt x="2143390" y="1099928"/>
                </a:cubicBezTo>
                <a:cubicBezTo>
                  <a:pt x="2157154" y="1167662"/>
                  <a:pt x="2197550" y="1197656"/>
                  <a:pt x="2247651" y="1217102"/>
                </a:cubicBezTo>
                <a:close/>
                <a:moveTo>
                  <a:pt x="2247651" y="785264"/>
                </a:moveTo>
                <a:lnTo>
                  <a:pt x="2315585" y="785264"/>
                </a:lnTo>
                <a:lnTo>
                  <a:pt x="2315585" y="832380"/>
                </a:lnTo>
                <a:cubicBezTo>
                  <a:pt x="2341411" y="835890"/>
                  <a:pt x="2366862" y="843587"/>
                  <a:pt x="2390991" y="855423"/>
                </a:cubicBezTo>
                <a:cubicBezTo>
                  <a:pt x="2474360" y="896319"/>
                  <a:pt x="2528313" y="979930"/>
                  <a:pt x="2531223" y="1072743"/>
                </a:cubicBezTo>
                <a:lnTo>
                  <a:pt x="2418963" y="1076264"/>
                </a:lnTo>
                <a:cubicBezTo>
                  <a:pt x="2417356" y="1025012"/>
                  <a:pt x="2387564" y="978842"/>
                  <a:pt x="2341528" y="956260"/>
                </a:cubicBezTo>
                <a:cubicBezTo>
                  <a:pt x="2333151" y="952151"/>
                  <a:pt x="2324486" y="948946"/>
                  <a:pt x="2315585" y="946938"/>
                </a:cubicBezTo>
                <a:lnTo>
                  <a:pt x="2315585" y="1239083"/>
                </a:lnTo>
                <a:cubicBezTo>
                  <a:pt x="2404308" y="1264638"/>
                  <a:pt x="2499083" y="1293869"/>
                  <a:pt x="2528899" y="1441205"/>
                </a:cubicBezTo>
                <a:cubicBezTo>
                  <a:pt x="2541347" y="1532528"/>
                  <a:pt x="2502457" y="1623287"/>
                  <a:pt x="2427762" y="1677447"/>
                </a:cubicBezTo>
                <a:cubicBezTo>
                  <a:pt x="2394006" y="1701923"/>
                  <a:pt x="2355419" y="1717125"/>
                  <a:pt x="2315585" y="1722661"/>
                </a:cubicBezTo>
                <a:lnTo>
                  <a:pt x="2315585" y="1769734"/>
                </a:lnTo>
                <a:lnTo>
                  <a:pt x="2247651" y="1769734"/>
                </a:lnTo>
                <a:lnTo>
                  <a:pt x="2247651" y="1722944"/>
                </a:lnTo>
                <a:cubicBezTo>
                  <a:pt x="2221084" y="1719537"/>
                  <a:pt x="2194881" y="1711743"/>
                  <a:pt x="2170074" y="1699575"/>
                </a:cubicBezTo>
                <a:cubicBezTo>
                  <a:pt x="2086705" y="1658679"/>
                  <a:pt x="2032752" y="1575069"/>
                  <a:pt x="2029842" y="1482255"/>
                </a:cubicBezTo>
                <a:lnTo>
                  <a:pt x="2142102" y="1478734"/>
                </a:lnTo>
                <a:cubicBezTo>
                  <a:pt x="2143709" y="1529986"/>
                  <a:pt x="2173501" y="1576156"/>
                  <a:pt x="2219537" y="1598738"/>
                </a:cubicBezTo>
                <a:cubicBezTo>
                  <a:pt x="2228602" y="1603184"/>
                  <a:pt x="2238004" y="1606573"/>
                  <a:pt x="2247651" y="1608616"/>
                </a:cubicBezTo>
                <a:lnTo>
                  <a:pt x="2247651" y="1335176"/>
                </a:lnTo>
                <a:cubicBezTo>
                  <a:pt x="2162261" y="1314127"/>
                  <a:pt x="2069489" y="1278142"/>
                  <a:pt x="2032173" y="1115597"/>
                </a:cubicBezTo>
                <a:cubicBezTo>
                  <a:pt x="2019217" y="1023646"/>
                  <a:pt x="2058125" y="932061"/>
                  <a:pt x="2133303" y="877552"/>
                </a:cubicBezTo>
                <a:cubicBezTo>
                  <a:pt x="2167670" y="852632"/>
                  <a:pt x="2207046" y="837325"/>
                  <a:pt x="2247651" y="832077"/>
                </a:cubicBezTo>
                <a:close/>
                <a:moveTo>
                  <a:pt x="2280470" y="617534"/>
                </a:moveTo>
                <a:cubicBezTo>
                  <a:pt x="1915981" y="617534"/>
                  <a:pt x="1620504" y="913011"/>
                  <a:pt x="1620504" y="1277500"/>
                </a:cubicBezTo>
                <a:cubicBezTo>
                  <a:pt x="1620504" y="1641989"/>
                  <a:pt x="1915981" y="1937466"/>
                  <a:pt x="2280470" y="1937466"/>
                </a:cubicBezTo>
                <a:cubicBezTo>
                  <a:pt x="2644959" y="1937466"/>
                  <a:pt x="2940436" y="1641989"/>
                  <a:pt x="2940436" y="1277500"/>
                </a:cubicBezTo>
                <a:cubicBezTo>
                  <a:pt x="2940436" y="913011"/>
                  <a:pt x="2644959" y="617534"/>
                  <a:pt x="2280470" y="617534"/>
                </a:cubicBezTo>
                <a:close/>
                <a:moveTo>
                  <a:pt x="284505" y="265281"/>
                </a:moveTo>
                <a:lnTo>
                  <a:pt x="4276434" y="265281"/>
                </a:lnTo>
                <a:lnTo>
                  <a:pt x="4276434" y="2289716"/>
                </a:lnTo>
                <a:lnTo>
                  <a:pt x="284505" y="2289716"/>
                </a:lnTo>
                <a:close/>
                <a:moveTo>
                  <a:pt x="180344" y="148161"/>
                </a:moveTo>
                <a:lnTo>
                  <a:pt x="180344" y="2406836"/>
                </a:lnTo>
                <a:lnTo>
                  <a:pt x="4380595" y="2406836"/>
                </a:lnTo>
                <a:lnTo>
                  <a:pt x="4380595" y="148161"/>
                </a:lnTo>
                <a:close/>
                <a:moveTo>
                  <a:pt x="0" y="0"/>
                </a:moveTo>
                <a:lnTo>
                  <a:pt x="4560938" y="0"/>
                </a:lnTo>
                <a:lnTo>
                  <a:pt x="4560938" y="2554996"/>
                </a:lnTo>
                <a:lnTo>
                  <a:pt x="0" y="2554996"/>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4" name="Google Shape;224;p37"/>
          <p:cNvSpPr/>
          <p:nvPr/>
        </p:nvSpPr>
        <p:spPr>
          <a:xfrm>
            <a:off x="7732457" y="5440219"/>
            <a:ext cx="262679" cy="286649"/>
          </a:xfrm>
          <a:custGeom>
            <a:avLst/>
            <a:gdLst/>
            <a:ahLst/>
            <a:cxnLst/>
            <a:rect l="l" t="t" r="r" b="b"/>
            <a:pathLst>
              <a:path w="3197597" h="3202496" extrusionOk="0">
                <a:moveTo>
                  <a:pt x="601421" y="1611393"/>
                </a:moveTo>
                <a:lnTo>
                  <a:pt x="2596176" y="1611393"/>
                </a:lnTo>
                <a:cubicBezTo>
                  <a:pt x="2928331" y="1611393"/>
                  <a:pt x="3197594" y="1880656"/>
                  <a:pt x="3197594" y="2212811"/>
                </a:cubicBezTo>
                <a:lnTo>
                  <a:pt x="3197594" y="2776360"/>
                </a:lnTo>
                <a:lnTo>
                  <a:pt x="3197597" y="2776360"/>
                </a:lnTo>
                <a:lnTo>
                  <a:pt x="3197597" y="2914824"/>
                </a:lnTo>
                <a:lnTo>
                  <a:pt x="3197198" y="2914824"/>
                </a:lnTo>
                <a:lnTo>
                  <a:pt x="3197198" y="3202496"/>
                </a:lnTo>
                <a:lnTo>
                  <a:pt x="398" y="3202496"/>
                </a:lnTo>
                <a:lnTo>
                  <a:pt x="398" y="2914824"/>
                </a:lnTo>
                <a:lnTo>
                  <a:pt x="0" y="2914824"/>
                </a:lnTo>
                <a:lnTo>
                  <a:pt x="0" y="2212811"/>
                </a:lnTo>
                <a:cubicBezTo>
                  <a:pt x="0" y="1880656"/>
                  <a:pt x="269266" y="1611393"/>
                  <a:pt x="601421" y="1611393"/>
                </a:cubicBezTo>
                <a:close/>
                <a:moveTo>
                  <a:pt x="1598801" y="0"/>
                </a:moveTo>
                <a:cubicBezTo>
                  <a:pt x="1998649" y="0"/>
                  <a:pt x="2322791" y="324142"/>
                  <a:pt x="2322791" y="723993"/>
                </a:cubicBezTo>
                <a:cubicBezTo>
                  <a:pt x="2322791" y="1123843"/>
                  <a:pt x="1998649" y="1447985"/>
                  <a:pt x="1598801" y="1447985"/>
                </a:cubicBezTo>
                <a:cubicBezTo>
                  <a:pt x="1198951" y="1447985"/>
                  <a:pt x="874809" y="1123843"/>
                  <a:pt x="874809" y="723993"/>
                </a:cubicBezTo>
                <a:cubicBezTo>
                  <a:pt x="874809" y="324142"/>
                  <a:pt x="1198951" y="0"/>
                  <a:pt x="159880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5" name="Google Shape;225;p37"/>
          <p:cNvSpPr/>
          <p:nvPr/>
        </p:nvSpPr>
        <p:spPr>
          <a:xfrm rot="-5400000" flipH="1">
            <a:off x="6906280" y="5960169"/>
            <a:ext cx="296687" cy="256436"/>
          </a:xfrm>
          <a:custGeom>
            <a:avLst/>
            <a:gdLst/>
            <a:ahLst/>
            <a:cxnLst/>
            <a:rect l="l" t="t" r="r" b="b"/>
            <a:pathLst>
              <a:path w="2928608" h="2758049" extrusionOk="0">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6" name="Google Shape;226;p37"/>
          <p:cNvSpPr/>
          <p:nvPr/>
        </p:nvSpPr>
        <p:spPr>
          <a:xfrm>
            <a:off x="6140330" y="5460979"/>
            <a:ext cx="203238" cy="221205"/>
          </a:xfrm>
          <a:custGeom>
            <a:avLst/>
            <a:gdLst/>
            <a:ahLst/>
            <a:cxnLst/>
            <a:rect l="l" t="t" r="r" b="b"/>
            <a:pathLst>
              <a:path w="3229104" h="3225610" extrusionOk="0">
                <a:moveTo>
                  <a:pt x="2311104" y="907633"/>
                </a:moveTo>
                <a:lnTo>
                  <a:pt x="3229104" y="907633"/>
                </a:lnTo>
                <a:lnTo>
                  <a:pt x="1769979" y="3097491"/>
                </a:lnTo>
                <a:close/>
                <a:moveTo>
                  <a:pt x="823" y="907633"/>
                </a:moveTo>
                <a:lnTo>
                  <a:pt x="918823" y="907633"/>
                </a:lnTo>
                <a:lnTo>
                  <a:pt x="1498048" y="3135591"/>
                </a:lnTo>
                <a:close/>
                <a:moveTo>
                  <a:pt x="1036980" y="907632"/>
                </a:moveTo>
                <a:lnTo>
                  <a:pt x="2192122" y="907632"/>
                </a:lnTo>
                <a:lnTo>
                  <a:pt x="1614551" y="3225610"/>
                </a:lnTo>
                <a:close/>
                <a:moveTo>
                  <a:pt x="2769693" y="0"/>
                </a:moveTo>
                <a:lnTo>
                  <a:pt x="3229104" y="792088"/>
                </a:lnTo>
                <a:lnTo>
                  <a:pt x="2310282" y="792088"/>
                </a:lnTo>
                <a:close/>
                <a:moveTo>
                  <a:pt x="1732713" y="0"/>
                </a:moveTo>
                <a:lnTo>
                  <a:pt x="2651535" y="0"/>
                </a:lnTo>
                <a:lnTo>
                  <a:pt x="2192124" y="792088"/>
                </a:lnTo>
                <a:close/>
                <a:moveTo>
                  <a:pt x="1614553" y="0"/>
                </a:moveTo>
                <a:lnTo>
                  <a:pt x="2073964" y="792088"/>
                </a:lnTo>
                <a:lnTo>
                  <a:pt x="1155142" y="792088"/>
                </a:lnTo>
                <a:close/>
                <a:moveTo>
                  <a:pt x="577571" y="0"/>
                </a:moveTo>
                <a:lnTo>
                  <a:pt x="1496393" y="0"/>
                </a:lnTo>
                <a:lnTo>
                  <a:pt x="1036982" y="792088"/>
                </a:lnTo>
                <a:close/>
                <a:moveTo>
                  <a:pt x="459411" y="0"/>
                </a:moveTo>
                <a:lnTo>
                  <a:pt x="918822" y="792088"/>
                </a:lnTo>
                <a:lnTo>
                  <a:pt x="0" y="792088"/>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7" name="Google Shape;227;p37"/>
          <p:cNvSpPr/>
          <p:nvPr/>
        </p:nvSpPr>
        <p:spPr>
          <a:xfrm>
            <a:off x="6916457" y="5497754"/>
            <a:ext cx="266385" cy="147655"/>
          </a:xfrm>
          <a:custGeom>
            <a:avLst/>
            <a:gdLst/>
            <a:ahLst/>
            <a:cxnLst/>
            <a:rect l="l" t="t" r="r" b="b"/>
            <a:pathLst>
              <a:path w="3261500" h="1659188" extrusionOk="0">
                <a:moveTo>
                  <a:pt x="121102" y="1436888"/>
                </a:moveTo>
                <a:lnTo>
                  <a:pt x="3045452" y="1436888"/>
                </a:lnTo>
                <a:cubicBezTo>
                  <a:pt x="3001437" y="1508238"/>
                  <a:pt x="2956882" y="1580993"/>
                  <a:pt x="2918729" y="1659188"/>
                </a:cubicBezTo>
                <a:lnTo>
                  <a:pt x="202648" y="1659188"/>
                </a:lnTo>
                <a:cubicBezTo>
                  <a:pt x="188127" y="1585004"/>
                  <a:pt x="156049" y="1510828"/>
                  <a:pt x="121102" y="1436888"/>
                </a:cubicBezTo>
                <a:close/>
                <a:moveTo>
                  <a:pt x="2814967" y="1119413"/>
                </a:moveTo>
                <a:lnTo>
                  <a:pt x="2814967" y="1227413"/>
                </a:lnTo>
                <a:lnTo>
                  <a:pt x="2922967" y="1227413"/>
                </a:lnTo>
                <a:lnTo>
                  <a:pt x="2922967" y="1119413"/>
                </a:lnTo>
                <a:close/>
                <a:moveTo>
                  <a:pt x="2600074" y="1119413"/>
                </a:moveTo>
                <a:lnTo>
                  <a:pt x="2600074" y="1227413"/>
                </a:lnTo>
                <a:lnTo>
                  <a:pt x="2708074" y="1227413"/>
                </a:lnTo>
                <a:lnTo>
                  <a:pt x="2708074" y="1119413"/>
                </a:lnTo>
                <a:close/>
                <a:moveTo>
                  <a:pt x="2385182" y="1119413"/>
                </a:moveTo>
                <a:lnTo>
                  <a:pt x="2385182" y="1227413"/>
                </a:lnTo>
                <a:lnTo>
                  <a:pt x="2493182" y="1227413"/>
                </a:lnTo>
                <a:lnTo>
                  <a:pt x="2493182" y="1119413"/>
                </a:lnTo>
                <a:close/>
                <a:moveTo>
                  <a:pt x="1716569" y="1119413"/>
                </a:moveTo>
                <a:lnTo>
                  <a:pt x="1716569" y="1227413"/>
                </a:lnTo>
                <a:lnTo>
                  <a:pt x="1824569" y="1227413"/>
                </a:lnTo>
                <a:lnTo>
                  <a:pt x="1824569" y="1119413"/>
                </a:lnTo>
                <a:close/>
                <a:moveTo>
                  <a:pt x="1501676" y="1119413"/>
                </a:moveTo>
                <a:lnTo>
                  <a:pt x="1501676" y="1227413"/>
                </a:lnTo>
                <a:lnTo>
                  <a:pt x="1609676" y="1227413"/>
                </a:lnTo>
                <a:lnTo>
                  <a:pt x="1609676" y="1119413"/>
                </a:lnTo>
                <a:close/>
                <a:moveTo>
                  <a:pt x="1286784" y="1119413"/>
                </a:moveTo>
                <a:lnTo>
                  <a:pt x="1286784" y="1227413"/>
                </a:lnTo>
                <a:lnTo>
                  <a:pt x="1394784" y="1227413"/>
                </a:lnTo>
                <a:lnTo>
                  <a:pt x="1394784" y="1119413"/>
                </a:lnTo>
                <a:close/>
                <a:moveTo>
                  <a:pt x="1071892" y="1119413"/>
                </a:moveTo>
                <a:lnTo>
                  <a:pt x="1071892" y="1227413"/>
                </a:lnTo>
                <a:lnTo>
                  <a:pt x="1179892" y="1227413"/>
                </a:lnTo>
                <a:lnTo>
                  <a:pt x="1179892" y="1119413"/>
                </a:lnTo>
                <a:close/>
                <a:moveTo>
                  <a:pt x="857000" y="1119413"/>
                </a:moveTo>
                <a:lnTo>
                  <a:pt x="857000" y="1227413"/>
                </a:lnTo>
                <a:lnTo>
                  <a:pt x="965000" y="1227413"/>
                </a:lnTo>
                <a:lnTo>
                  <a:pt x="965000" y="1119413"/>
                </a:lnTo>
                <a:close/>
                <a:moveTo>
                  <a:pt x="642108" y="1119413"/>
                </a:moveTo>
                <a:lnTo>
                  <a:pt x="642108" y="1227413"/>
                </a:lnTo>
                <a:lnTo>
                  <a:pt x="750108" y="1227413"/>
                </a:lnTo>
                <a:lnTo>
                  <a:pt x="750108" y="1119413"/>
                </a:lnTo>
                <a:close/>
                <a:moveTo>
                  <a:pt x="427216" y="1119413"/>
                </a:moveTo>
                <a:lnTo>
                  <a:pt x="427216" y="1227413"/>
                </a:lnTo>
                <a:lnTo>
                  <a:pt x="535216" y="1227413"/>
                </a:lnTo>
                <a:lnTo>
                  <a:pt x="535216" y="1119413"/>
                </a:lnTo>
                <a:close/>
                <a:moveTo>
                  <a:pt x="356387" y="794045"/>
                </a:moveTo>
                <a:lnTo>
                  <a:pt x="310667" y="896924"/>
                </a:lnTo>
                <a:lnTo>
                  <a:pt x="2620886" y="908354"/>
                </a:lnTo>
                <a:lnTo>
                  <a:pt x="2540130" y="801665"/>
                </a:lnTo>
                <a:close/>
                <a:moveTo>
                  <a:pt x="382676" y="631248"/>
                </a:moveTo>
                <a:lnTo>
                  <a:pt x="363625" y="730317"/>
                </a:lnTo>
                <a:lnTo>
                  <a:pt x="2492522" y="737937"/>
                </a:lnTo>
                <a:lnTo>
                  <a:pt x="2418771" y="631248"/>
                </a:lnTo>
                <a:close/>
                <a:moveTo>
                  <a:pt x="1756650" y="318899"/>
                </a:moveTo>
                <a:lnTo>
                  <a:pt x="1756650" y="477608"/>
                </a:lnTo>
                <a:lnTo>
                  <a:pt x="1900650" y="477608"/>
                </a:lnTo>
                <a:lnTo>
                  <a:pt x="1900650" y="318899"/>
                </a:lnTo>
                <a:close/>
                <a:moveTo>
                  <a:pt x="1470038" y="318899"/>
                </a:moveTo>
                <a:lnTo>
                  <a:pt x="1470038" y="477608"/>
                </a:lnTo>
                <a:lnTo>
                  <a:pt x="1614038" y="477608"/>
                </a:lnTo>
                <a:lnTo>
                  <a:pt x="1614038" y="318899"/>
                </a:lnTo>
                <a:close/>
                <a:moveTo>
                  <a:pt x="1183427" y="318899"/>
                </a:moveTo>
                <a:lnTo>
                  <a:pt x="1183427" y="477608"/>
                </a:lnTo>
                <a:lnTo>
                  <a:pt x="1327427" y="477608"/>
                </a:lnTo>
                <a:lnTo>
                  <a:pt x="1327427" y="318899"/>
                </a:lnTo>
                <a:close/>
                <a:moveTo>
                  <a:pt x="896816" y="318899"/>
                </a:moveTo>
                <a:lnTo>
                  <a:pt x="896816" y="477608"/>
                </a:lnTo>
                <a:lnTo>
                  <a:pt x="1040816" y="477608"/>
                </a:lnTo>
                <a:lnTo>
                  <a:pt x="1040816" y="318899"/>
                </a:lnTo>
                <a:close/>
                <a:moveTo>
                  <a:pt x="1190618" y="0"/>
                </a:moveTo>
                <a:lnTo>
                  <a:pt x="1271830" y="0"/>
                </a:lnTo>
                <a:lnTo>
                  <a:pt x="1308266" y="193836"/>
                </a:lnTo>
                <a:lnTo>
                  <a:pt x="1977660" y="193836"/>
                </a:lnTo>
                <a:lnTo>
                  <a:pt x="2138144" y="525639"/>
                </a:lnTo>
                <a:lnTo>
                  <a:pt x="2421400" y="525639"/>
                </a:lnTo>
                <a:lnTo>
                  <a:pt x="2750195" y="950920"/>
                </a:lnTo>
                <a:lnTo>
                  <a:pt x="3261500" y="937238"/>
                </a:lnTo>
                <a:cubicBezTo>
                  <a:pt x="3244841" y="1097170"/>
                  <a:pt x="3172191" y="1230845"/>
                  <a:pt x="3089450" y="1364888"/>
                </a:cubicBezTo>
                <a:lnTo>
                  <a:pt x="88044" y="1364888"/>
                </a:lnTo>
                <a:cubicBezTo>
                  <a:pt x="35437" y="1251413"/>
                  <a:pt x="-11245" y="1137942"/>
                  <a:pt x="2399" y="1024450"/>
                </a:cubicBezTo>
                <a:lnTo>
                  <a:pt x="197767" y="1019222"/>
                </a:lnTo>
                <a:lnTo>
                  <a:pt x="321162" y="525639"/>
                </a:lnTo>
                <a:lnTo>
                  <a:pt x="681951" y="525639"/>
                </a:lnTo>
                <a:lnTo>
                  <a:pt x="764901" y="193836"/>
                </a:lnTo>
                <a:lnTo>
                  <a:pt x="930048" y="193836"/>
                </a:lnTo>
                <a:lnTo>
                  <a:pt x="966373" y="588"/>
                </a:lnTo>
                <a:lnTo>
                  <a:pt x="1047585" y="588"/>
                </a:lnTo>
                <a:lnTo>
                  <a:pt x="1083910" y="193836"/>
                </a:lnTo>
                <a:lnTo>
                  <a:pt x="1154183" y="193836"/>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8" name="Google Shape;228;p37"/>
          <p:cNvSpPr/>
          <p:nvPr/>
        </p:nvSpPr>
        <p:spPr>
          <a:xfrm rot="2160000">
            <a:off x="7347903" y="5426457"/>
            <a:ext cx="246884" cy="290248"/>
          </a:xfrm>
          <a:custGeom>
            <a:avLst/>
            <a:gdLst/>
            <a:ahLst/>
            <a:cxnLst/>
            <a:rect l="l" t="t" r="r" b="b"/>
            <a:pathLst>
              <a:path w="2735240" h="2951283" extrusionOk="0">
                <a:moveTo>
                  <a:pt x="945240" y="943134"/>
                </a:moveTo>
                <a:cubicBezTo>
                  <a:pt x="504657" y="1263236"/>
                  <a:pt x="406988" y="1879894"/>
                  <a:pt x="727090" y="2320477"/>
                </a:cubicBezTo>
                <a:cubicBezTo>
                  <a:pt x="1047193" y="2761060"/>
                  <a:pt x="1663850" y="2858729"/>
                  <a:pt x="2104434" y="2538627"/>
                </a:cubicBezTo>
                <a:cubicBezTo>
                  <a:pt x="2545017" y="2218524"/>
                  <a:pt x="2642686" y="1601867"/>
                  <a:pt x="2322584" y="1161283"/>
                </a:cubicBezTo>
                <a:cubicBezTo>
                  <a:pt x="2003839" y="722570"/>
                  <a:pt x="1391052" y="623866"/>
                  <a:pt x="951049" y="939346"/>
                </a:cubicBezTo>
                <a:lnTo>
                  <a:pt x="1557721" y="1618250"/>
                </a:lnTo>
                <a:cubicBezTo>
                  <a:pt x="1596798" y="1621348"/>
                  <a:pt x="1633874" y="1641400"/>
                  <a:pt x="1658719" y="1675596"/>
                </a:cubicBezTo>
                <a:cubicBezTo>
                  <a:pt x="1705470" y="1739944"/>
                  <a:pt x="1691206" y="1830007"/>
                  <a:pt x="1626858" y="1876758"/>
                </a:cubicBezTo>
                <a:cubicBezTo>
                  <a:pt x="1562511" y="1923509"/>
                  <a:pt x="1472448" y="1909245"/>
                  <a:pt x="1425696" y="1844897"/>
                </a:cubicBezTo>
                <a:cubicBezTo>
                  <a:pt x="1398776" y="1807844"/>
                  <a:pt x="1392087" y="1762265"/>
                  <a:pt x="1405709" y="1721944"/>
                </a:cubicBezTo>
                <a:lnTo>
                  <a:pt x="950242" y="939871"/>
                </a:lnTo>
                <a:cubicBezTo>
                  <a:pt x="948462" y="940800"/>
                  <a:pt x="946850" y="941964"/>
                  <a:pt x="945240" y="943134"/>
                </a:cubicBezTo>
                <a:close/>
                <a:moveTo>
                  <a:pt x="390013" y="178929"/>
                </a:moveTo>
                <a:cubicBezTo>
                  <a:pt x="223423" y="299964"/>
                  <a:pt x="186493" y="533130"/>
                  <a:pt x="307528" y="699721"/>
                </a:cubicBezTo>
                <a:cubicBezTo>
                  <a:pt x="392822" y="817118"/>
                  <a:pt x="533802" y="870124"/>
                  <a:pt x="667672" y="847235"/>
                </a:cubicBezTo>
                <a:lnTo>
                  <a:pt x="556452" y="694153"/>
                </a:lnTo>
                <a:lnTo>
                  <a:pt x="528500" y="714461"/>
                </a:lnTo>
                <a:cubicBezTo>
                  <a:pt x="498835" y="736014"/>
                  <a:pt x="457314" y="729437"/>
                  <a:pt x="435761" y="699772"/>
                </a:cubicBezTo>
                <a:lnTo>
                  <a:pt x="341779" y="570418"/>
                </a:lnTo>
                <a:cubicBezTo>
                  <a:pt x="320226" y="540753"/>
                  <a:pt x="326803" y="499231"/>
                  <a:pt x="356468" y="477679"/>
                </a:cubicBezTo>
                <a:lnTo>
                  <a:pt x="684509" y="239343"/>
                </a:lnTo>
                <a:cubicBezTo>
                  <a:pt x="714174" y="217790"/>
                  <a:pt x="755695" y="224366"/>
                  <a:pt x="777248" y="254031"/>
                </a:cubicBezTo>
                <a:lnTo>
                  <a:pt x="871230" y="383386"/>
                </a:lnTo>
                <a:cubicBezTo>
                  <a:pt x="892782" y="413051"/>
                  <a:pt x="886206" y="454572"/>
                  <a:pt x="856541" y="476125"/>
                </a:cubicBezTo>
                <a:lnTo>
                  <a:pt x="828590" y="496433"/>
                </a:lnTo>
                <a:lnTo>
                  <a:pt x="939810" y="649514"/>
                </a:lnTo>
                <a:cubicBezTo>
                  <a:pt x="1002947" y="529270"/>
                  <a:pt x="996100" y="378811"/>
                  <a:pt x="910806" y="261414"/>
                </a:cubicBezTo>
                <a:cubicBezTo>
                  <a:pt x="789771" y="94824"/>
                  <a:pt x="556604" y="57894"/>
                  <a:pt x="390013" y="178929"/>
                </a:cubicBezTo>
                <a:close/>
                <a:moveTo>
                  <a:pt x="326716" y="91807"/>
                </a:moveTo>
                <a:cubicBezTo>
                  <a:pt x="541423" y="-64186"/>
                  <a:pt x="841934" y="-16590"/>
                  <a:pt x="997927" y="198117"/>
                </a:cubicBezTo>
                <a:cubicBezTo>
                  <a:pt x="1090326" y="325293"/>
                  <a:pt x="1111296" y="482575"/>
                  <a:pt x="1067359" y="621566"/>
                </a:cubicBezTo>
                <a:cubicBezTo>
                  <a:pt x="1125087" y="596400"/>
                  <a:pt x="1184605" y="577365"/>
                  <a:pt x="1244892" y="563339"/>
                </a:cubicBezTo>
                <a:lnTo>
                  <a:pt x="1244892" y="425809"/>
                </a:lnTo>
                <a:lnTo>
                  <a:pt x="1238396" y="425809"/>
                </a:lnTo>
                <a:cubicBezTo>
                  <a:pt x="1203300" y="425809"/>
                  <a:pt x="1174849" y="397358"/>
                  <a:pt x="1174849" y="362262"/>
                </a:cubicBezTo>
                <a:lnTo>
                  <a:pt x="1174849" y="209229"/>
                </a:lnTo>
                <a:cubicBezTo>
                  <a:pt x="1174849" y="191681"/>
                  <a:pt x="1181962" y="175794"/>
                  <a:pt x="1193462" y="164294"/>
                </a:cubicBezTo>
                <a:cubicBezTo>
                  <a:pt x="1204961" y="152795"/>
                  <a:pt x="1220848" y="145682"/>
                  <a:pt x="1238396" y="145682"/>
                </a:cubicBezTo>
                <a:lnTo>
                  <a:pt x="1484804" y="145682"/>
                </a:lnTo>
                <a:cubicBezTo>
                  <a:pt x="1519900" y="145682"/>
                  <a:pt x="1548351" y="174133"/>
                  <a:pt x="1548351" y="209229"/>
                </a:cubicBezTo>
                <a:lnTo>
                  <a:pt x="1548351" y="362262"/>
                </a:lnTo>
                <a:cubicBezTo>
                  <a:pt x="1548351" y="397358"/>
                  <a:pt x="1519900" y="425809"/>
                  <a:pt x="1484804" y="425809"/>
                </a:cubicBezTo>
                <a:lnTo>
                  <a:pt x="1478305" y="425809"/>
                </a:lnTo>
                <a:lnTo>
                  <a:pt x="1478305" y="531522"/>
                </a:lnTo>
                <a:cubicBezTo>
                  <a:pt x="1867969" y="516696"/>
                  <a:pt x="2257580" y="690299"/>
                  <a:pt x="2504004" y="1029474"/>
                </a:cubicBezTo>
                <a:cubicBezTo>
                  <a:pt x="2896903" y="1570253"/>
                  <a:pt x="2777023" y="2327148"/>
                  <a:pt x="2236244" y="2720047"/>
                </a:cubicBezTo>
                <a:cubicBezTo>
                  <a:pt x="1695464" y="3112946"/>
                  <a:pt x="938569" y="2993066"/>
                  <a:pt x="545670" y="2452287"/>
                </a:cubicBezTo>
                <a:cubicBezTo>
                  <a:pt x="302842" y="2118063"/>
                  <a:pt x="255883" y="1701289"/>
                  <a:pt x="383624" y="1339097"/>
                </a:cubicBezTo>
                <a:lnTo>
                  <a:pt x="271337" y="1301981"/>
                </a:lnTo>
                <a:lnTo>
                  <a:pt x="269200" y="1308446"/>
                </a:lnTo>
                <a:cubicBezTo>
                  <a:pt x="258184" y="1341768"/>
                  <a:pt x="222242" y="1359852"/>
                  <a:pt x="188919" y="1348836"/>
                </a:cubicBezTo>
                <a:lnTo>
                  <a:pt x="43619" y="1300805"/>
                </a:lnTo>
                <a:cubicBezTo>
                  <a:pt x="10297" y="1289790"/>
                  <a:pt x="-7787" y="1253847"/>
                  <a:pt x="3228" y="1220525"/>
                </a:cubicBezTo>
                <a:lnTo>
                  <a:pt x="80565" y="986568"/>
                </a:lnTo>
                <a:cubicBezTo>
                  <a:pt x="86073" y="969906"/>
                  <a:pt x="97812" y="957056"/>
                  <a:pt x="112340" y="949746"/>
                </a:cubicBezTo>
                <a:cubicBezTo>
                  <a:pt x="126869" y="942436"/>
                  <a:pt x="144185" y="940669"/>
                  <a:pt x="160847" y="946177"/>
                </a:cubicBezTo>
                <a:lnTo>
                  <a:pt x="306147" y="994208"/>
                </a:lnTo>
                <a:cubicBezTo>
                  <a:pt x="339468" y="1005223"/>
                  <a:pt x="357552" y="1041166"/>
                  <a:pt x="346537" y="1074488"/>
                </a:cubicBezTo>
                <a:lnTo>
                  <a:pt x="344596" y="1080361"/>
                </a:lnTo>
                <a:lnTo>
                  <a:pt x="482601" y="1125980"/>
                </a:lnTo>
                <a:cubicBezTo>
                  <a:pt x="516519" y="1067404"/>
                  <a:pt x="556040" y="1011588"/>
                  <a:pt x="601675" y="959905"/>
                </a:cubicBezTo>
                <a:cubicBezTo>
                  <a:pt x="455910" y="958740"/>
                  <a:pt x="312806" y="890195"/>
                  <a:pt x="220407" y="763018"/>
                </a:cubicBezTo>
                <a:cubicBezTo>
                  <a:pt x="64413" y="548311"/>
                  <a:pt x="112009" y="247801"/>
                  <a:pt x="326716" y="91807"/>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29" name="Google Shape;229;p37"/>
          <p:cNvSpPr/>
          <p:nvPr/>
        </p:nvSpPr>
        <p:spPr>
          <a:xfrm>
            <a:off x="4421920" y="5426457"/>
            <a:ext cx="219808" cy="290248"/>
          </a:xfrm>
          <a:custGeom>
            <a:avLst/>
            <a:gdLst/>
            <a:ahLst/>
            <a:cxnLst/>
            <a:rect l="l" t="t" r="r" b="b"/>
            <a:pathLst>
              <a:path w="2664297" h="3228846" extrusionOk="0">
                <a:moveTo>
                  <a:pt x="2006233" y="1910002"/>
                </a:moveTo>
                <a:cubicBezTo>
                  <a:pt x="2195393" y="2270441"/>
                  <a:pt x="2396463" y="2592453"/>
                  <a:pt x="2218318" y="2693318"/>
                </a:cubicBezTo>
                <a:cubicBezTo>
                  <a:pt x="1760490" y="2959655"/>
                  <a:pt x="875097" y="3011972"/>
                  <a:pt x="413381" y="2693318"/>
                </a:cubicBezTo>
                <a:cubicBezTo>
                  <a:pt x="278026" y="2578660"/>
                  <a:pt x="448417" y="2270210"/>
                  <a:pt x="622358" y="1918652"/>
                </a:cubicBezTo>
                <a:close/>
                <a:moveTo>
                  <a:pt x="998355" y="318176"/>
                </a:moveTo>
                <a:lnTo>
                  <a:pt x="1054483" y="938365"/>
                </a:lnTo>
                <a:cubicBezTo>
                  <a:pt x="1073419" y="1202005"/>
                  <a:pt x="-94533" y="2544942"/>
                  <a:pt x="263185" y="2803859"/>
                </a:cubicBezTo>
                <a:cubicBezTo>
                  <a:pt x="799752" y="3120272"/>
                  <a:pt x="1828684" y="3068324"/>
                  <a:pt x="2360732" y="2803859"/>
                </a:cubicBezTo>
                <a:cubicBezTo>
                  <a:pt x="2817826" y="2582721"/>
                  <a:pt x="1567592" y="1249230"/>
                  <a:pt x="1559424" y="938364"/>
                </a:cubicBezTo>
                <a:lnTo>
                  <a:pt x="1635785" y="320808"/>
                </a:lnTo>
                <a:lnTo>
                  <a:pt x="1616510" y="323841"/>
                </a:lnTo>
                <a:cubicBezTo>
                  <a:pt x="1541035" y="362546"/>
                  <a:pt x="1432716" y="386340"/>
                  <a:pt x="1312455" y="386340"/>
                </a:cubicBezTo>
                <a:cubicBezTo>
                  <a:pt x="1186664" y="386340"/>
                  <a:pt x="1073940" y="360308"/>
                  <a:pt x="998355" y="318176"/>
                </a:cubicBezTo>
                <a:close/>
                <a:moveTo>
                  <a:pt x="1312455" y="60748"/>
                </a:moveTo>
                <a:cubicBezTo>
                  <a:pt x="1155275" y="60748"/>
                  <a:pt x="1027857" y="120035"/>
                  <a:pt x="1027857" y="193171"/>
                </a:cubicBezTo>
                <a:cubicBezTo>
                  <a:pt x="1027857" y="266307"/>
                  <a:pt x="1155275" y="325594"/>
                  <a:pt x="1312455" y="325594"/>
                </a:cubicBezTo>
                <a:cubicBezTo>
                  <a:pt x="1469634" y="325594"/>
                  <a:pt x="1597052" y="266307"/>
                  <a:pt x="1597052" y="193171"/>
                </a:cubicBezTo>
                <a:cubicBezTo>
                  <a:pt x="1597052" y="120035"/>
                  <a:pt x="1469634" y="60748"/>
                  <a:pt x="1312455" y="60748"/>
                </a:cubicBezTo>
                <a:close/>
                <a:moveTo>
                  <a:pt x="1312455" y="0"/>
                </a:moveTo>
                <a:cubicBezTo>
                  <a:pt x="1537130" y="0"/>
                  <a:pt x="1720121" y="83046"/>
                  <a:pt x="1726235" y="186847"/>
                </a:cubicBezTo>
                <a:cubicBezTo>
                  <a:pt x="1726742" y="186524"/>
                  <a:pt x="1727174" y="186120"/>
                  <a:pt x="1727606" y="185717"/>
                </a:cubicBezTo>
                <a:lnTo>
                  <a:pt x="1727102" y="190850"/>
                </a:lnTo>
                <a:cubicBezTo>
                  <a:pt x="1727595" y="191614"/>
                  <a:pt x="1727605" y="192391"/>
                  <a:pt x="1727605" y="193170"/>
                </a:cubicBezTo>
                <a:lnTo>
                  <a:pt x="1726271" y="199326"/>
                </a:lnTo>
                <a:lnTo>
                  <a:pt x="1655630" y="919826"/>
                </a:lnTo>
                <a:cubicBezTo>
                  <a:pt x="1665213" y="1268678"/>
                  <a:pt x="3079202" y="2735754"/>
                  <a:pt x="2542920" y="2983914"/>
                </a:cubicBezTo>
                <a:cubicBezTo>
                  <a:pt x="1918698" y="3280693"/>
                  <a:pt x="711513" y="3338989"/>
                  <a:pt x="81991" y="2983914"/>
                </a:cubicBezTo>
                <a:cubicBezTo>
                  <a:pt x="-337699" y="2693358"/>
                  <a:pt x="991496" y="1215684"/>
                  <a:pt x="969280" y="919828"/>
                </a:cubicBezTo>
                <a:lnTo>
                  <a:pt x="898640" y="199335"/>
                </a:lnTo>
                <a:cubicBezTo>
                  <a:pt x="897375" y="197339"/>
                  <a:pt x="897304" y="195258"/>
                  <a:pt x="897304" y="193170"/>
                </a:cubicBezTo>
                <a:lnTo>
                  <a:pt x="897808" y="190847"/>
                </a:lnTo>
                <a:lnTo>
                  <a:pt x="897305" y="185717"/>
                </a:lnTo>
                <a:lnTo>
                  <a:pt x="898687" y="186789"/>
                </a:lnTo>
                <a:cubicBezTo>
                  <a:pt x="904857" y="83015"/>
                  <a:pt x="1087821" y="0"/>
                  <a:pt x="1312455"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0" name="Google Shape;230;p37"/>
          <p:cNvSpPr/>
          <p:nvPr/>
        </p:nvSpPr>
        <p:spPr>
          <a:xfrm>
            <a:off x="4827137" y="5952260"/>
            <a:ext cx="261082" cy="284470"/>
          </a:xfrm>
          <a:custGeom>
            <a:avLst/>
            <a:gdLst/>
            <a:ahLst/>
            <a:cxnLst/>
            <a:rect l="l" t="t" r="r" b="b"/>
            <a:pathLst>
              <a:path w="3960440" h="3960000" extrusionOk="0">
                <a:moveTo>
                  <a:pt x="1979373" y="472350"/>
                </a:moveTo>
                <a:cubicBezTo>
                  <a:pt x="1228307" y="485871"/>
                  <a:pt x="850011" y="1078219"/>
                  <a:pt x="813783" y="1434034"/>
                </a:cubicBezTo>
                <a:cubicBezTo>
                  <a:pt x="787561" y="1781828"/>
                  <a:pt x="889690" y="2005359"/>
                  <a:pt x="1119009" y="2222584"/>
                </a:cubicBezTo>
                <a:cubicBezTo>
                  <a:pt x="1178964" y="2123026"/>
                  <a:pt x="1260199" y="1908547"/>
                  <a:pt x="1328015" y="1812920"/>
                </a:cubicBezTo>
                <a:cubicBezTo>
                  <a:pt x="1222115" y="1647651"/>
                  <a:pt x="1255483" y="1756375"/>
                  <a:pt x="1234998" y="1431771"/>
                </a:cubicBezTo>
                <a:cubicBezTo>
                  <a:pt x="1331609" y="922504"/>
                  <a:pt x="1719145" y="812633"/>
                  <a:pt x="2217373" y="891303"/>
                </a:cubicBezTo>
                <a:cubicBezTo>
                  <a:pt x="2693518" y="1016895"/>
                  <a:pt x="2787642" y="1344599"/>
                  <a:pt x="2783502" y="1606823"/>
                </a:cubicBezTo>
                <a:cubicBezTo>
                  <a:pt x="2771081" y="1743454"/>
                  <a:pt x="2679609" y="2064482"/>
                  <a:pt x="2456028" y="2225955"/>
                </a:cubicBezTo>
                <a:cubicBezTo>
                  <a:pt x="2192422" y="2399851"/>
                  <a:pt x="2004893" y="2209395"/>
                  <a:pt x="2026974" y="2018938"/>
                </a:cubicBezTo>
                <a:cubicBezTo>
                  <a:pt x="2072519" y="1810540"/>
                  <a:pt x="2086043" y="1754994"/>
                  <a:pt x="2135727" y="1554876"/>
                </a:cubicBezTo>
                <a:cubicBezTo>
                  <a:pt x="2195073" y="1382360"/>
                  <a:pt x="2084273" y="1259912"/>
                  <a:pt x="1915898" y="1219889"/>
                </a:cubicBezTo>
                <a:cubicBezTo>
                  <a:pt x="1750283" y="1186766"/>
                  <a:pt x="1626460" y="1331294"/>
                  <a:pt x="1589196" y="1434803"/>
                </a:cubicBezTo>
                <a:cubicBezTo>
                  <a:pt x="1499489" y="1732912"/>
                  <a:pt x="1614533" y="1824000"/>
                  <a:pt x="1574511" y="1939931"/>
                </a:cubicBezTo>
                <a:cubicBezTo>
                  <a:pt x="1332991" y="2671400"/>
                  <a:pt x="1220920" y="3468343"/>
                  <a:pt x="1339611" y="3487664"/>
                </a:cubicBezTo>
                <a:cubicBezTo>
                  <a:pt x="1434840" y="3497327"/>
                  <a:pt x="1730357" y="3129057"/>
                  <a:pt x="1887692" y="2422431"/>
                </a:cubicBezTo>
                <a:cubicBezTo>
                  <a:pt x="1985681" y="2531460"/>
                  <a:pt x="2093439" y="2747804"/>
                  <a:pt x="2336342" y="2720202"/>
                </a:cubicBezTo>
                <a:cubicBezTo>
                  <a:pt x="2693796" y="2666377"/>
                  <a:pt x="3092265" y="2401394"/>
                  <a:pt x="3176454" y="1627140"/>
                </a:cubicBezTo>
                <a:cubicBezTo>
                  <a:pt x="3254038" y="999456"/>
                  <a:pt x="2816023" y="430731"/>
                  <a:pt x="1979373" y="472350"/>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1" name="Google Shape;231;p37"/>
          <p:cNvSpPr/>
          <p:nvPr/>
        </p:nvSpPr>
        <p:spPr>
          <a:xfrm>
            <a:off x="4401269" y="5952260"/>
            <a:ext cx="261111" cy="284470"/>
          </a:xfrm>
          <a:custGeom>
            <a:avLst/>
            <a:gdLst/>
            <a:ahLst/>
            <a:cxnLst/>
            <a:rect l="l" t="t" r="r" b="b"/>
            <a:pathLst>
              <a:path w="3888432" h="3960440" extrusionOk="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2" name="Google Shape;232;p37"/>
          <p:cNvSpPr/>
          <p:nvPr/>
        </p:nvSpPr>
        <p:spPr>
          <a:xfrm>
            <a:off x="5675836" y="5952260"/>
            <a:ext cx="261082" cy="284470"/>
          </a:xfrm>
          <a:custGeom>
            <a:avLst/>
            <a:gdLst/>
            <a:ahLst/>
            <a:cxnLst/>
            <a:rect l="l" t="t" r="r" b="b"/>
            <a:pathLst>
              <a:path w="3960000" h="3960000" extrusionOk="0">
                <a:moveTo>
                  <a:pt x="3160999" y="1374274"/>
                </a:moveTo>
                <a:lnTo>
                  <a:pt x="3155132" y="1419362"/>
                </a:lnTo>
                <a:lnTo>
                  <a:pt x="3160999" y="1374274"/>
                </a:lnTo>
                <a:close/>
                <a:moveTo>
                  <a:pt x="2496208" y="770986"/>
                </a:moveTo>
                <a:cubicBezTo>
                  <a:pt x="2113414" y="770986"/>
                  <a:pt x="1929581" y="1106902"/>
                  <a:pt x="1921633" y="1292845"/>
                </a:cubicBezTo>
                <a:cubicBezTo>
                  <a:pt x="1914712" y="1454769"/>
                  <a:pt x="1928136" y="1522392"/>
                  <a:pt x="1942445" y="1570340"/>
                </a:cubicBezTo>
                <a:cubicBezTo>
                  <a:pt x="1547199" y="1510736"/>
                  <a:pt x="1237189" y="1330681"/>
                  <a:pt x="815277" y="836121"/>
                </a:cubicBezTo>
                <a:cubicBezTo>
                  <a:pt x="618819" y="1229038"/>
                  <a:pt x="733086" y="1558961"/>
                  <a:pt x="965659" y="1735195"/>
                </a:cubicBezTo>
                <a:cubicBezTo>
                  <a:pt x="864541" y="1716416"/>
                  <a:pt x="662904" y="1695759"/>
                  <a:pt x="570453" y="1629310"/>
                </a:cubicBezTo>
                <a:cubicBezTo>
                  <a:pt x="597898" y="2016450"/>
                  <a:pt x="990931" y="2177657"/>
                  <a:pt x="1196057" y="2257108"/>
                </a:cubicBezTo>
                <a:cubicBezTo>
                  <a:pt x="1113718" y="2275887"/>
                  <a:pt x="943857" y="2321380"/>
                  <a:pt x="813848" y="2296824"/>
                </a:cubicBezTo>
                <a:cubicBezTo>
                  <a:pt x="926523" y="2634848"/>
                  <a:pt x="1326064" y="2611755"/>
                  <a:pt x="1486410" y="2607420"/>
                </a:cubicBezTo>
                <a:cubicBezTo>
                  <a:pt x="1297174" y="2749708"/>
                  <a:pt x="1000058" y="2795794"/>
                  <a:pt x="489408" y="2829018"/>
                </a:cubicBezTo>
                <a:cubicBezTo>
                  <a:pt x="914827" y="3139596"/>
                  <a:pt x="1734874" y="3242281"/>
                  <a:pt x="2062787" y="3146219"/>
                </a:cubicBezTo>
                <a:cubicBezTo>
                  <a:pt x="2763394" y="2903535"/>
                  <a:pt x="2915370" y="2621267"/>
                  <a:pt x="3074271" y="2105563"/>
                </a:cubicBezTo>
                <a:cubicBezTo>
                  <a:pt x="3173740" y="1733406"/>
                  <a:pt x="3145310" y="1648999"/>
                  <a:pt x="3207849" y="1493166"/>
                </a:cubicBezTo>
                <a:cubicBezTo>
                  <a:pt x="3270388" y="1337333"/>
                  <a:pt x="3414210" y="1276468"/>
                  <a:pt x="3449507" y="1170564"/>
                </a:cubicBezTo>
                <a:cubicBezTo>
                  <a:pt x="3349883" y="1192977"/>
                  <a:pt x="3252716" y="1239516"/>
                  <a:pt x="3140091" y="1227260"/>
                </a:cubicBezTo>
                <a:cubicBezTo>
                  <a:pt x="3219995" y="1183499"/>
                  <a:pt x="3274317" y="996523"/>
                  <a:pt x="3324107" y="851504"/>
                </a:cubicBezTo>
                <a:cubicBezTo>
                  <a:pt x="3215037" y="921165"/>
                  <a:pt x="3152155" y="998691"/>
                  <a:pt x="2995677" y="1008938"/>
                </a:cubicBezTo>
                <a:cubicBezTo>
                  <a:pt x="2884471" y="881691"/>
                  <a:pt x="2678487" y="770986"/>
                  <a:pt x="2496208" y="77098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3" name="Google Shape;233;p37"/>
          <p:cNvSpPr/>
          <p:nvPr/>
        </p:nvSpPr>
        <p:spPr>
          <a:xfrm>
            <a:off x="5248469" y="5952260"/>
            <a:ext cx="261082" cy="284470"/>
          </a:xfrm>
          <a:custGeom>
            <a:avLst/>
            <a:gdLst/>
            <a:ahLst/>
            <a:cxnLst/>
            <a:rect l="l" t="t" r="r" b="b"/>
            <a:pathLst>
              <a:path w="3960000" h="3960000" extrusionOk="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26764" y="685506"/>
                  <a:pt x="3369037" y="704441"/>
                </a:cubicBezTo>
                <a:cubicBezTo>
                  <a:pt x="3391941" y="556446"/>
                  <a:pt x="3409927" y="381656"/>
                  <a:pt x="3410216" y="195189"/>
                </a:cubicBezTo>
                <a:cubicBezTo>
                  <a:pt x="3239930" y="163882"/>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4" name="Google Shape;234;p37"/>
          <p:cNvSpPr/>
          <p:nvPr/>
        </p:nvSpPr>
        <p:spPr>
          <a:xfrm>
            <a:off x="6110944" y="5946481"/>
            <a:ext cx="262012" cy="290248"/>
          </a:xfrm>
          <a:custGeom>
            <a:avLst/>
            <a:gdLst/>
            <a:ahLst/>
            <a:cxnLst/>
            <a:rect l="l" t="t" r="r" b="b"/>
            <a:pathLst>
              <a:path w="3186824" h="3240000" extrusionOk="0">
                <a:moveTo>
                  <a:pt x="2141174" y="1384899"/>
                </a:moveTo>
                <a:lnTo>
                  <a:pt x="2141174" y="1528887"/>
                </a:lnTo>
                <a:lnTo>
                  <a:pt x="1997174" y="1528887"/>
                </a:lnTo>
                <a:lnTo>
                  <a:pt x="1997174" y="1744911"/>
                </a:lnTo>
                <a:lnTo>
                  <a:pt x="2141174" y="1744911"/>
                </a:lnTo>
                <a:lnTo>
                  <a:pt x="2141174" y="1888899"/>
                </a:lnTo>
                <a:lnTo>
                  <a:pt x="2357174" y="1888899"/>
                </a:lnTo>
                <a:lnTo>
                  <a:pt x="2357174" y="1744911"/>
                </a:lnTo>
                <a:lnTo>
                  <a:pt x="2501174" y="1744911"/>
                </a:lnTo>
                <a:lnTo>
                  <a:pt x="2501174" y="1528887"/>
                </a:lnTo>
                <a:lnTo>
                  <a:pt x="2357174" y="1528887"/>
                </a:lnTo>
                <a:lnTo>
                  <a:pt x="2357174" y="1384899"/>
                </a:lnTo>
                <a:close/>
                <a:moveTo>
                  <a:pt x="1286582" y="1008157"/>
                </a:moveTo>
                <a:cubicBezTo>
                  <a:pt x="1148208" y="1006486"/>
                  <a:pt x="1009270" y="1051569"/>
                  <a:pt x="894997" y="1143711"/>
                </a:cubicBezTo>
                <a:cubicBezTo>
                  <a:pt x="666451" y="1327995"/>
                  <a:pt x="600947" y="1648602"/>
                  <a:pt x="738892" y="1907765"/>
                </a:cubicBezTo>
                <a:cubicBezTo>
                  <a:pt x="876837" y="2166928"/>
                  <a:pt x="1179371" y="2291639"/>
                  <a:pt x="1459875" y="2204971"/>
                </a:cubicBezTo>
                <a:cubicBezTo>
                  <a:pt x="1676459" y="2138053"/>
                  <a:pt x="1832801" y="1959669"/>
                  <a:pt x="1876637" y="1747242"/>
                </a:cubicBezTo>
                <a:lnTo>
                  <a:pt x="1879565" y="1747242"/>
                </a:lnTo>
                <a:lnTo>
                  <a:pt x="1879565" y="1728291"/>
                </a:lnTo>
                <a:cubicBezTo>
                  <a:pt x="1891883" y="1671800"/>
                  <a:pt x="1894168" y="1612713"/>
                  <a:pt x="1887545" y="1552862"/>
                </a:cubicBezTo>
                <a:lnTo>
                  <a:pt x="1879565" y="1553745"/>
                </a:lnTo>
                <a:lnTo>
                  <a:pt x="1879565" y="1531218"/>
                </a:lnTo>
                <a:lnTo>
                  <a:pt x="1231565" y="1531218"/>
                </a:lnTo>
                <a:lnTo>
                  <a:pt x="1231565" y="1747242"/>
                </a:lnTo>
                <a:lnTo>
                  <a:pt x="1565835" y="1747242"/>
                </a:lnTo>
                <a:cubicBezTo>
                  <a:pt x="1530201" y="1827940"/>
                  <a:pt x="1460959" y="1892348"/>
                  <a:pt x="1371795" y="1919897"/>
                </a:cubicBezTo>
                <a:cubicBezTo>
                  <a:pt x="1228031" y="1964316"/>
                  <a:pt x="1072976" y="1900399"/>
                  <a:pt x="1002277" y="1767573"/>
                </a:cubicBezTo>
                <a:cubicBezTo>
                  <a:pt x="931578" y="1634747"/>
                  <a:pt x="965150" y="1470429"/>
                  <a:pt x="1082284" y="1375980"/>
                </a:cubicBezTo>
                <a:cubicBezTo>
                  <a:pt x="1199418" y="1281531"/>
                  <a:pt x="1367118" y="1283556"/>
                  <a:pt x="1481937" y="1380807"/>
                </a:cubicBezTo>
                <a:lnTo>
                  <a:pt x="1674778" y="1153129"/>
                </a:lnTo>
                <a:cubicBezTo>
                  <a:pt x="1562764" y="1058254"/>
                  <a:pt x="1424955" y="1009828"/>
                  <a:pt x="1286582" y="1008157"/>
                </a:cubicBezTo>
                <a:close/>
                <a:moveTo>
                  <a:pt x="293028" y="0"/>
                </a:moveTo>
                <a:lnTo>
                  <a:pt x="2893796" y="0"/>
                </a:lnTo>
                <a:cubicBezTo>
                  <a:pt x="3055631" y="0"/>
                  <a:pt x="3186824" y="131193"/>
                  <a:pt x="3186824" y="293028"/>
                </a:cubicBezTo>
                <a:lnTo>
                  <a:pt x="3186824" y="2946972"/>
                </a:lnTo>
                <a:cubicBezTo>
                  <a:pt x="3186824" y="3108807"/>
                  <a:pt x="3055631" y="3240000"/>
                  <a:pt x="2893796" y="3240000"/>
                </a:cubicBezTo>
                <a:lnTo>
                  <a:pt x="293028" y="3240000"/>
                </a:lnTo>
                <a:cubicBezTo>
                  <a:pt x="131193" y="3240000"/>
                  <a:pt x="0" y="3108807"/>
                  <a:pt x="0" y="2946972"/>
                </a:cubicBezTo>
                <a:lnTo>
                  <a:pt x="0" y="293028"/>
                </a:lnTo>
                <a:cubicBezTo>
                  <a:pt x="0" y="131193"/>
                  <a:pt x="131193" y="0"/>
                  <a:pt x="293028"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5" name="Google Shape;235;p37"/>
          <p:cNvSpPr/>
          <p:nvPr/>
        </p:nvSpPr>
        <p:spPr>
          <a:xfrm>
            <a:off x="6507880" y="5966472"/>
            <a:ext cx="245621" cy="270258"/>
          </a:xfrm>
          <a:custGeom>
            <a:avLst/>
            <a:gdLst/>
            <a:ahLst/>
            <a:cxnLst/>
            <a:rect l="l" t="t" r="r" b="b"/>
            <a:pathLst>
              <a:path w="3189723" h="3221116" extrusionOk="0">
                <a:moveTo>
                  <a:pt x="2664630" y="2175617"/>
                </a:moveTo>
                <a:lnTo>
                  <a:pt x="2658205" y="2178566"/>
                </a:lnTo>
                <a:cubicBezTo>
                  <a:pt x="2662222" y="2175972"/>
                  <a:pt x="2664284" y="2175096"/>
                  <a:pt x="2664630" y="2175617"/>
                </a:cubicBezTo>
                <a:close/>
                <a:moveTo>
                  <a:pt x="1477043" y="1144372"/>
                </a:moveTo>
                <a:lnTo>
                  <a:pt x="1409070" y="1159393"/>
                </a:lnTo>
                <a:cubicBezTo>
                  <a:pt x="1167974" y="1216277"/>
                  <a:pt x="1134894" y="1538245"/>
                  <a:pt x="1152384" y="1703728"/>
                </a:cubicBezTo>
                <a:cubicBezTo>
                  <a:pt x="1169874" y="1869211"/>
                  <a:pt x="1272747" y="2156947"/>
                  <a:pt x="1514013" y="2152290"/>
                </a:cubicBezTo>
                <a:cubicBezTo>
                  <a:pt x="1680659" y="2149073"/>
                  <a:pt x="1865876" y="1940767"/>
                  <a:pt x="1850815" y="1654259"/>
                </a:cubicBezTo>
                <a:cubicBezTo>
                  <a:pt x="1844015" y="1608142"/>
                  <a:pt x="1837162" y="1561942"/>
                  <a:pt x="1830467" y="1515986"/>
                </a:cubicBezTo>
                <a:cubicBezTo>
                  <a:pt x="1779361" y="1292438"/>
                  <a:pt x="1635542" y="1134285"/>
                  <a:pt x="1477043" y="1144372"/>
                </a:cubicBezTo>
                <a:close/>
                <a:moveTo>
                  <a:pt x="1651152" y="501"/>
                </a:moveTo>
                <a:cubicBezTo>
                  <a:pt x="1977584" y="8635"/>
                  <a:pt x="2235425" y="52153"/>
                  <a:pt x="2580395" y="324821"/>
                </a:cubicBezTo>
                <a:cubicBezTo>
                  <a:pt x="3000061" y="656529"/>
                  <a:pt x="3430704" y="1549940"/>
                  <a:pt x="3030464" y="2249544"/>
                </a:cubicBezTo>
                <a:cubicBezTo>
                  <a:pt x="2882259" y="2451798"/>
                  <a:pt x="2785813" y="2507403"/>
                  <a:pt x="2585849" y="2588887"/>
                </a:cubicBezTo>
                <a:cubicBezTo>
                  <a:pt x="2194785" y="2615774"/>
                  <a:pt x="1984876" y="2478759"/>
                  <a:pt x="1973374" y="2195096"/>
                </a:cubicBezTo>
                <a:cubicBezTo>
                  <a:pt x="1841986" y="2496540"/>
                  <a:pt x="1610941" y="2555551"/>
                  <a:pt x="1390827" y="2527630"/>
                </a:cubicBezTo>
                <a:cubicBezTo>
                  <a:pt x="1131071" y="2494680"/>
                  <a:pt x="853863" y="2136270"/>
                  <a:pt x="783896" y="1665044"/>
                </a:cubicBezTo>
                <a:cubicBezTo>
                  <a:pt x="715204" y="1202409"/>
                  <a:pt x="991941" y="900416"/>
                  <a:pt x="1268509" y="819983"/>
                </a:cubicBezTo>
                <a:cubicBezTo>
                  <a:pt x="1288264" y="814237"/>
                  <a:pt x="1308391" y="810536"/>
                  <a:pt x="1328805" y="807930"/>
                </a:cubicBezTo>
                <a:cubicBezTo>
                  <a:pt x="1349219" y="805325"/>
                  <a:pt x="1369921" y="803817"/>
                  <a:pt x="1390827" y="802457"/>
                </a:cubicBezTo>
                <a:cubicBezTo>
                  <a:pt x="1416795" y="800769"/>
                  <a:pt x="1355770" y="788713"/>
                  <a:pt x="1462242" y="801708"/>
                </a:cubicBezTo>
                <a:cubicBezTo>
                  <a:pt x="1599590" y="818472"/>
                  <a:pt x="1776043" y="890774"/>
                  <a:pt x="1956122" y="1110076"/>
                </a:cubicBezTo>
                <a:lnTo>
                  <a:pt x="1973374" y="875315"/>
                </a:lnTo>
                <a:lnTo>
                  <a:pt x="2333414" y="875315"/>
                </a:lnTo>
                <a:cubicBezTo>
                  <a:pt x="2330539" y="1325736"/>
                  <a:pt x="2327663" y="1603628"/>
                  <a:pt x="2324788" y="2054049"/>
                </a:cubicBezTo>
                <a:cubicBezTo>
                  <a:pt x="2290850" y="2479718"/>
                  <a:pt x="2627788" y="2217580"/>
                  <a:pt x="2661746" y="2179658"/>
                </a:cubicBezTo>
                <a:lnTo>
                  <a:pt x="2691046" y="2188689"/>
                </a:lnTo>
                <a:lnTo>
                  <a:pt x="2667011" y="2175828"/>
                </a:lnTo>
                <a:cubicBezTo>
                  <a:pt x="2945550" y="1655295"/>
                  <a:pt x="2803444" y="1009445"/>
                  <a:pt x="2332141" y="653899"/>
                </a:cubicBezTo>
                <a:cubicBezTo>
                  <a:pt x="1860838" y="298353"/>
                  <a:pt x="1200794" y="339069"/>
                  <a:pt x="776764" y="749845"/>
                </a:cubicBezTo>
                <a:cubicBezTo>
                  <a:pt x="352733" y="1160621"/>
                  <a:pt x="291083" y="1819040"/>
                  <a:pt x="631487" y="2301392"/>
                </a:cubicBezTo>
                <a:cubicBezTo>
                  <a:pt x="971891" y="2783745"/>
                  <a:pt x="1612904" y="2946283"/>
                  <a:pt x="2142017" y="2684410"/>
                </a:cubicBezTo>
                <a:lnTo>
                  <a:pt x="2324866" y="3053856"/>
                </a:lnTo>
                <a:cubicBezTo>
                  <a:pt x="1613730" y="3405817"/>
                  <a:pt x="752200" y="3187363"/>
                  <a:pt x="294693" y="2539075"/>
                </a:cubicBezTo>
                <a:cubicBezTo>
                  <a:pt x="-162814" y="1890787"/>
                  <a:pt x="-79956" y="1005863"/>
                  <a:pt x="489947" y="453774"/>
                </a:cubicBezTo>
                <a:cubicBezTo>
                  <a:pt x="810518" y="143225"/>
                  <a:pt x="1231454" y="-9956"/>
                  <a:pt x="1651152" y="50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6" name="Google Shape;236;p37"/>
          <p:cNvSpPr/>
          <p:nvPr/>
        </p:nvSpPr>
        <p:spPr>
          <a:xfrm>
            <a:off x="7746193" y="5946481"/>
            <a:ext cx="273689" cy="290248"/>
          </a:xfrm>
          <a:custGeom>
            <a:avLst/>
            <a:gdLst/>
            <a:ahLst/>
            <a:cxnLst/>
            <a:rect l="l" t="t" r="r" b="b"/>
            <a:pathLst>
              <a:path w="3306630" h="3218379" extrusionOk="0">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7" name="Google Shape;237;p37"/>
          <p:cNvSpPr/>
          <p:nvPr/>
        </p:nvSpPr>
        <p:spPr>
          <a:xfrm>
            <a:off x="7379263" y="5947066"/>
            <a:ext cx="214296" cy="294405"/>
          </a:xfrm>
          <a:custGeom>
            <a:avLst/>
            <a:gdLst/>
            <a:ahLst/>
            <a:cxnLst/>
            <a:rect l="l" t="t" r="r" b="b"/>
            <a:pathLst>
              <a:path w="2548531" h="3213371" extrusionOk="0">
                <a:moveTo>
                  <a:pt x="792000" y="2498954"/>
                </a:moveTo>
                <a:lnTo>
                  <a:pt x="792000" y="2641726"/>
                </a:lnTo>
                <a:cubicBezTo>
                  <a:pt x="463357" y="2661706"/>
                  <a:pt x="216000" y="2748872"/>
                  <a:pt x="216000" y="2853371"/>
                </a:cubicBezTo>
                <a:cubicBezTo>
                  <a:pt x="216000" y="2972665"/>
                  <a:pt x="538355" y="3069371"/>
                  <a:pt x="936000" y="3069371"/>
                </a:cubicBezTo>
                <a:cubicBezTo>
                  <a:pt x="1333645" y="3069371"/>
                  <a:pt x="1656000" y="2972665"/>
                  <a:pt x="1656000" y="2853371"/>
                </a:cubicBezTo>
                <a:cubicBezTo>
                  <a:pt x="1656000" y="2748872"/>
                  <a:pt x="1408644" y="2661706"/>
                  <a:pt x="1080000" y="2641726"/>
                </a:cubicBezTo>
                <a:lnTo>
                  <a:pt x="1080000" y="2498954"/>
                </a:lnTo>
                <a:cubicBezTo>
                  <a:pt x="1528614" y="2524263"/>
                  <a:pt x="1872000" y="2673393"/>
                  <a:pt x="1872000" y="2853371"/>
                </a:cubicBezTo>
                <a:cubicBezTo>
                  <a:pt x="1872000" y="3052194"/>
                  <a:pt x="1452939" y="3213371"/>
                  <a:pt x="936000" y="3213371"/>
                </a:cubicBezTo>
                <a:cubicBezTo>
                  <a:pt x="419061" y="3213371"/>
                  <a:pt x="0" y="3052194"/>
                  <a:pt x="0" y="2853371"/>
                </a:cubicBezTo>
                <a:cubicBezTo>
                  <a:pt x="0" y="2673393"/>
                  <a:pt x="343386" y="2524263"/>
                  <a:pt x="792000" y="2498954"/>
                </a:cubicBezTo>
                <a:close/>
                <a:moveTo>
                  <a:pt x="2190403" y="180020"/>
                </a:moveTo>
                <a:cubicBezTo>
                  <a:pt x="2388233" y="180020"/>
                  <a:pt x="2548531" y="236495"/>
                  <a:pt x="2548531" y="306081"/>
                </a:cubicBezTo>
                <a:lnTo>
                  <a:pt x="2548531" y="1314569"/>
                </a:lnTo>
                <a:cubicBezTo>
                  <a:pt x="2548531" y="1244983"/>
                  <a:pt x="2388233" y="1188508"/>
                  <a:pt x="2190403" y="1188508"/>
                </a:cubicBezTo>
                <a:cubicBezTo>
                  <a:pt x="1992574" y="1188508"/>
                  <a:pt x="1832276" y="1244983"/>
                  <a:pt x="1832276" y="1314569"/>
                </a:cubicBezTo>
                <a:cubicBezTo>
                  <a:pt x="1832276" y="1384155"/>
                  <a:pt x="1671978" y="1440630"/>
                  <a:pt x="1474148" y="1440630"/>
                </a:cubicBezTo>
                <a:cubicBezTo>
                  <a:pt x="1276318" y="1440630"/>
                  <a:pt x="1116020" y="1384155"/>
                  <a:pt x="1116020" y="1314569"/>
                </a:cubicBezTo>
                <a:lnTo>
                  <a:pt x="1116020" y="306081"/>
                </a:lnTo>
                <a:cubicBezTo>
                  <a:pt x="1116020" y="375667"/>
                  <a:pt x="1276318" y="432142"/>
                  <a:pt x="1474148" y="432142"/>
                </a:cubicBezTo>
                <a:cubicBezTo>
                  <a:pt x="1671978" y="432142"/>
                  <a:pt x="1832276" y="375667"/>
                  <a:pt x="1832276" y="306081"/>
                </a:cubicBezTo>
                <a:cubicBezTo>
                  <a:pt x="1832276" y="236495"/>
                  <a:pt x="1992574" y="180020"/>
                  <a:pt x="2190403" y="180020"/>
                </a:cubicBezTo>
                <a:close/>
                <a:moveTo>
                  <a:pt x="936000" y="0"/>
                </a:moveTo>
                <a:cubicBezTo>
                  <a:pt x="1035422" y="0"/>
                  <a:pt x="1116020" y="80598"/>
                  <a:pt x="1116020" y="180020"/>
                </a:cubicBezTo>
                <a:cubicBezTo>
                  <a:pt x="1116020" y="246019"/>
                  <a:pt x="1080504" y="303723"/>
                  <a:pt x="1026000" y="332457"/>
                </a:cubicBezTo>
                <a:lnTo>
                  <a:pt x="1026000" y="2887874"/>
                </a:lnTo>
                <a:lnTo>
                  <a:pt x="846000" y="2887874"/>
                </a:lnTo>
                <a:lnTo>
                  <a:pt x="846000" y="332457"/>
                </a:lnTo>
                <a:cubicBezTo>
                  <a:pt x="791497" y="303723"/>
                  <a:pt x="755980" y="246019"/>
                  <a:pt x="755980" y="180020"/>
                </a:cubicBezTo>
                <a:cubicBezTo>
                  <a:pt x="755980" y="80598"/>
                  <a:pt x="836578" y="0"/>
                  <a:pt x="936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8" name="Google Shape;238;p37"/>
          <p:cNvSpPr/>
          <p:nvPr/>
        </p:nvSpPr>
        <p:spPr>
          <a:xfrm rot="10800000">
            <a:off x="9723194" y="2425668"/>
            <a:ext cx="117011" cy="374169"/>
          </a:xfrm>
          <a:custGeom>
            <a:avLst/>
            <a:gdLst/>
            <a:ahLst/>
            <a:cxnLst/>
            <a:rect l="l" t="t" r="r" b="b"/>
            <a:pathLst>
              <a:path w="1040400" h="3240000" extrusionOk="0">
                <a:moveTo>
                  <a:pt x="41345" y="940666"/>
                </a:moveTo>
                <a:lnTo>
                  <a:pt x="1242" y="653403"/>
                </a:lnTo>
                <a:lnTo>
                  <a:pt x="0" y="653403"/>
                </a:lnTo>
                <a:lnTo>
                  <a:pt x="1057" y="652077"/>
                </a:lnTo>
                <a:lnTo>
                  <a:pt x="447" y="647712"/>
                </a:lnTo>
                <a:lnTo>
                  <a:pt x="4531" y="647712"/>
                </a:lnTo>
                <a:lnTo>
                  <a:pt x="520200" y="0"/>
                </a:lnTo>
                <a:lnTo>
                  <a:pt x="659109" y="174478"/>
                </a:lnTo>
                <a:close/>
                <a:moveTo>
                  <a:pt x="101622" y="1372451"/>
                </a:moveTo>
                <a:lnTo>
                  <a:pt x="61820" y="1087335"/>
                </a:lnTo>
                <a:lnTo>
                  <a:pt x="728036" y="261055"/>
                </a:lnTo>
                <a:lnTo>
                  <a:pt x="870500" y="439998"/>
                </a:lnTo>
                <a:lnTo>
                  <a:pt x="860164" y="431664"/>
                </a:lnTo>
                <a:close/>
                <a:moveTo>
                  <a:pt x="161365" y="1800403"/>
                </a:moveTo>
                <a:lnTo>
                  <a:pt x="122098" y="1519120"/>
                </a:lnTo>
                <a:lnTo>
                  <a:pt x="930953" y="515931"/>
                </a:lnTo>
                <a:lnTo>
                  <a:pt x="1035869" y="647712"/>
                </a:lnTo>
                <a:lnTo>
                  <a:pt x="1039954" y="647712"/>
                </a:lnTo>
                <a:lnTo>
                  <a:pt x="1039345" y="652078"/>
                </a:lnTo>
                <a:lnTo>
                  <a:pt x="1040400" y="653403"/>
                </a:lnTo>
                <a:lnTo>
                  <a:pt x="1039160" y="653403"/>
                </a:lnTo>
                <a:lnTo>
                  <a:pt x="1029316" y="723920"/>
                </a:lnTo>
                <a:close/>
                <a:moveTo>
                  <a:pt x="217894" y="2205330"/>
                </a:moveTo>
                <a:lnTo>
                  <a:pt x="181840" y="1947070"/>
                </a:lnTo>
                <a:lnTo>
                  <a:pt x="1000266" y="932012"/>
                </a:lnTo>
                <a:lnTo>
                  <a:pt x="949113" y="1298429"/>
                </a:lnTo>
                <a:close/>
                <a:moveTo>
                  <a:pt x="330192" y="2564220"/>
                </a:moveTo>
                <a:lnTo>
                  <a:pt x="267995" y="2564220"/>
                </a:lnTo>
                <a:lnTo>
                  <a:pt x="237100" y="2342912"/>
                </a:lnTo>
                <a:lnTo>
                  <a:pt x="242309" y="2347112"/>
                </a:lnTo>
                <a:lnTo>
                  <a:pt x="920063" y="1506522"/>
                </a:lnTo>
                <a:lnTo>
                  <a:pt x="865005" y="1900914"/>
                </a:lnTo>
                <a:close/>
                <a:moveTo>
                  <a:pt x="772406" y="2564220"/>
                </a:moveTo>
                <a:lnTo>
                  <a:pt x="468924" y="2564220"/>
                </a:lnTo>
                <a:lnTo>
                  <a:pt x="835955" y="2109008"/>
                </a:lnTo>
                <a:close/>
                <a:moveTo>
                  <a:pt x="892044" y="3240000"/>
                </a:moveTo>
                <a:lnTo>
                  <a:pt x="148356" y="3240000"/>
                </a:lnTo>
                <a:lnTo>
                  <a:pt x="276144" y="2663936"/>
                </a:lnTo>
                <a:lnTo>
                  <a:pt x="764256" y="2663936"/>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39" name="Google Shape;239;p37"/>
          <p:cNvSpPr/>
          <p:nvPr/>
        </p:nvSpPr>
        <p:spPr>
          <a:xfrm>
            <a:off x="10022004" y="2468868"/>
            <a:ext cx="280709" cy="287770"/>
          </a:xfrm>
          <a:custGeom>
            <a:avLst/>
            <a:gdLst/>
            <a:ahLst/>
            <a:cxnLst/>
            <a:rect l="l" t="t" r="r" b="b"/>
            <a:pathLst>
              <a:path w="3228210" h="3222968" extrusionOk="0">
                <a:moveTo>
                  <a:pt x="1619999" y="642446"/>
                </a:moveTo>
                <a:lnTo>
                  <a:pt x="2664115" y="1686562"/>
                </a:lnTo>
                <a:lnTo>
                  <a:pt x="2664116" y="1686562"/>
                </a:lnTo>
                <a:lnTo>
                  <a:pt x="2664116" y="3222968"/>
                </a:lnTo>
                <a:lnTo>
                  <a:pt x="2015013" y="3222968"/>
                </a:lnTo>
                <a:lnTo>
                  <a:pt x="2015013" y="2511495"/>
                </a:lnTo>
                <a:cubicBezTo>
                  <a:pt x="2015013" y="2399422"/>
                  <a:pt x="1924159" y="2308568"/>
                  <a:pt x="1812086" y="2308568"/>
                </a:cubicBezTo>
                <a:lnTo>
                  <a:pt x="1427912" y="2308568"/>
                </a:lnTo>
                <a:cubicBezTo>
                  <a:pt x="1315839" y="2308568"/>
                  <a:pt x="1224985" y="2399422"/>
                  <a:pt x="1224985" y="2511495"/>
                </a:cubicBezTo>
                <a:lnTo>
                  <a:pt x="1224985" y="3222968"/>
                </a:lnTo>
                <a:lnTo>
                  <a:pt x="575882" y="3222968"/>
                </a:lnTo>
                <a:lnTo>
                  <a:pt x="575882" y="1686562"/>
                </a:lnTo>
                <a:lnTo>
                  <a:pt x="575884" y="1686562"/>
                </a:lnTo>
                <a:close/>
                <a:moveTo>
                  <a:pt x="509997" y="122689"/>
                </a:moveTo>
                <a:lnTo>
                  <a:pt x="942045" y="122689"/>
                </a:lnTo>
                <a:lnTo>
                  <a:pt x="942045" y="542556"/>
                </a:lnTo>
                <a:lnTo>
                  <a:pt x="509997" y="974604"/>
                </a:lnTo>
                <a:close/>
                <a:moveTo>
                  <a:pt x="1620001" y="7099"/>
                </a:moveTo>
                <a:lnTo>
                  <a:pt x="3228210" y="1686560"/>
                </a:lnTo>
                <a:lnTo>
                  <a:pt x="2900441" y="1686560"/>
                </a:lnTo>
                <a:lnTo>
                  <a:pt x="1620001" y="349390"/>
                </a:lnTo>
                <a:close/>
                <a:moveTo>
                  <a:pt x="1619999" y="0"/>
                </a:moveTo>
                <a:lnTo>
                  <a:pt x="1619999" y="342291"/>
                </a:lnTo>
                <a:lnTo>
                  <a:pt x="330172" y="1679462"/>
                </a:lnTo>
                <a:lnTo>
                  <a:pt x="0" y="1679462"/>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0" name="Google Shape;240;p37"/>
          <p:cNvSpPr/>
          <p:nvPr/>
        </p:nvSpPr>
        <p:spPr>
          <a:xfrm rot="-5400000">
            <a:off x="7857731" y="1898174"/>
            <a:ext cx="241793" cy="280750"/>
          </a:xfrm>
          <a:custGeom>
            <a:avLst/>
            <a:gdLst/>
            <a:ahLst/>
            <a:cxnLst/>
            <a:rect l="l" t="t" r="r" b="b"/>
            <a:pathLst>
              <a:path w="2708011" h="3228660" extrusionOk="0">
                <a:moveTo>
                  <a:pt x="1895121" y="2005092"/>
                </a:moveTo>
                <a:cubicBezTo>
                  <a:pt x="1769067" y="2196199"/>
                  <a:pt x="1559641" y="2315968"/>
                  <a:pt x="1331007" y="2327705"/>
                </a:cubicBezTo>
                <a:cubicBezTo>
                  <a:pt x="1102373" y="2339443"/>
                  <a:pt x="881783" y="2241749"/>
                  <a:pt x="736821" y="2064556"/>
                </a:cubicBezTo>
                <a:lnTo>
                  <a:pt x="885891" y="1942602"/>
                </a:lnTo>
                <a:cubicBezTo>
                  <a:pt x="992076" y="2072396"/>
                  <a:pt x="1153658" y="2143956"/>
                  <a:pt x="1321132" y="2135359"/>
                </a:cubicBezTo>
                <a:cubicBezTo>
                  <a:pt x="1488607" y="2126761"/>
                  <a:pt x="1642011" y="2039030"/>
                  <a:pt x="1734346" y="1899045"/>
                </a:cubicBezTo>
                <a:close/>
                <a:moveTo>
                  <a:pt x="2315256" y="2179725"/>
                </a:moveTo>
                <a:cubicBezTo>
                  <a:pt x="2124977" y="2519973"/>
                  <a:pt x="1777729" y="2743099"/>
                  <a:pt x="1389179" y="2774782"/>
                </a:cubicBezTo>
                <a:cubicBezTo>
                  <a:pt x="1000629" y="2806465"/>
                  <a:pt x="621821" y="2642541"/>
                  <a:pt x="378934" y="2337614"/>
                </a:cubicBezTo>
                <a:lnTo>
                  <a:pt x="519502" y="2225645"/>
                </a:lnTo>
                <a:cubicBezTo>
                  <a:pt x="725082" y="2483736"/>
                  <a:pt x="1045705" y="2622480"/>
                  <a:pt x="1374574" y="2595664"/>
                </a:cubicBezTo>
                <a:cubicBezTo>
                  <a:pt x="1703443" y="2568848"/>
                  <a:pt x="1997353" y="2379994"/>
                  <a:pt x="2158406" y="2092008"/>
                </a:cubicBezTo>
                <a:close/>
                <a:moveTo>
                  <a:pt x="2315941" y="1615003"/>
                </a:moveTo>
                <a:lnTo>
                  <a:pt x="272242" y="1615003"/>
                </a:lnTo>
                <a:lnTo>
                  <a:pt x="872561" y="666216"/>
                </a:lnTo>
                <a:lnTo>
                  <a:pt x="872561" y="219906"/>
                </a:lnTo>
                <a:cubicBezTo>
                  <a:pt x="872561" y="98674"/>
                  <a:pt x="970839" y="396"/>
                  <a:pt x="1092071" y="396"/>
                </a:cubicBezTo>
                <a:lnTo>
                  <a:pt x="1293841" y="396"/>
                </a:lnTo>
                <a:lnTo>
                  <a:pt x="1294092" y="0"/>
                </a:lnTo>
                <a:lnTo>
                  <a:pt x="1294343" y="396"/>
                </a:lnTo>
                <a:lnTo>
                  <a:pt x="1470231" y="396"/>
                </a:lnTo>
                <a:cubicBezTo>
                  <a:pt x="1591463" y="396"/>
                  <a:pt x="1689741" y="98674"/>
                  <a:pt x="1689741" y="219906"/>
                </a:cubicBezTo>
                <a:lnTo>
                  <a:pt x="1689741" y="625313"/>
                </a:lnTo>
                <a:close/>
                <a:moveTo>
                  <a:pt x="2708011" y="2399368"/>
                </a:moveTo>
                <a:cubicBezTo>
                  <a:pt x="2440740" y="2877288"/>
                  <a:pt x="1950128" y="3187847"/>
                  <a:pt x="1403807" y="3224932"/>
                </a:cubicBezTo>
                <a:cubicBezTo>
                  <a:pt x="857486" y="3262017"/>
                  <a:pt x="329406" y="3020609"/>
                  <a:pt x="0" y="2583191"/>
                </a:cubicBezTo>
                <a:lnTo>
                  <a:pt x="143153" y="2475389"/>
                </a:lnTo>
                <a:cubicBezTo>
                  <a:pt x="436120" y="2864419"/>
                  <a:pt x="905784" y="3079123"/>
                  <a:pt x="1391671" y="3046140"/>
                </a:cubicBezTo>
                <a:cubicBezTo>
                  <a:pt x="1877558" y="3013157"/>
                  <a:pt x="2313899" y="2736952"/>
                  <a:pt x="2551604" y="2311899"/>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1" name="Google Shape;241;p37"/>
          <p:cNvSpPr/>
          <p:nvPr/>
        </p:nvSpPr>
        <p:spPr>
          <a:xfrm>
            <a:off x="10573170" y="1880351"/>
            <a:ext cx="257779" cy="316394"/>
          </a:xfrm>
          <a:custGeom>
            <a:avLst/>
            <a:gdLst/>
            <a:ahLst/>
            <a:cxnLst/>
            <a:rect l="l" t="t" r="r" b="b"/>
            <a:pathLst>
              <a:path w="2688046" h="3213079" extrusionOk="0">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2" name="Google Shape;242;p37"/>
          <p:cNvSpPr/>
          <p:nvPr/>
        </p:nvSpPr>
        <p:spPr>
          <a:xfrm>
            <a:off x="10907077" y="2500424"/>
            <a:ext cx="271092" cy="224660"/>
          </a:xfrm>
          <a:custGeom>
            <a:avLst/>
            <a:gdLst/>
            <a:ahLst/>
            <a:cxnLst/>
            <a:rect l="l" t="t" r="r" b="b"/>
            <a:pathLst>
              <a:path w="3307788" h="2669631" extrusionOk="0">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3" name="Google Shape;243;p37"/>
          <p:cNvSpPr/>
          <p:nvPr/>
        </p:nvSpPr>
        <p:spPr>
          <a:xfrm>
            <a:off x="10985189" y="1898502"/>
            <a:ext cx="272778" cy="280094"/>
          </a:xfrm>
          <a:custGeom>
            <a:avLst/>
            <a:gdLst/>
            <a:ahLst/>
            <a:cxnLst/>
            <a:rect l="l" t="t" r="r" b="b"/>
            <a:pathLst>
              <a:path w="3240000" h="3240000" extrusionOk="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4" name="Google Shape;244;p37"/>
          <p:cNvSpPr/>
          <p:nvPr/>
        </p:nvSpPr>
        <p:spPr>
          <a:xfrm>
            <a:off x="11380670" y="2993218"/>
            <a:ext cx="284400" cy="312101"/>
          </a:xfrm>
          <a:custGeom>
            <a:avLst/>
            <a:gdLst/>
            <a:ahLst/>
            <a:cxnLst/>
            <a:rect l="l" t="t" r="r" b="b"/>
            <a:pathLst>
              <a:path w="2969045" h="3173121" extrusionOk="0">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5" name="Google Shape;245;p37"/>
          <p:cNvSpPr/>
          <p:nvPr/>
        </p:nvSpPr>
        <p:spPr>
          <a:xfrm>
            <a:off x="11367268" y="1353523"/>
            <a:ext cx="311202" cy="234180"/>
          </a:xfrm>
          <a:custGeom>
            <a:avLst/>
            <a:gdLst/>
            <a:ahLst/>
            <a:cxnLst/>
            <a:rect l="l" t="t" r="r" b="b"/>
            <a:pathLst>
              <a:path w="3248842" h="2380886" extrusionOk="0">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6" name="Google Shape;246;p37"/>
          <p:cNvSpPr/>
          <p:nvPr/>
        </p:nvSpPr>
        <p:spPr>
          <a:xfrm>
            <a:off x="10562011" y="2993991"/>
            <a:ext cx="298660" cy="310557"/>
          </a:xfrm>
          <a:custGeom>
            <a:avLst/>
            <a:gdLst/>
            <a:ahLst/>
            <a:cxnLst/>
            <a:rect l="l" t="t" r="r" b="b"/>
            <a:pathLst>
              <a:path w="2844151" h="2880180" extrusionOk="0">
                <a:moveTo>
                  <a:pt x="2390187" y="1502145"/>
                </a:moveTo>
                <a:lnTo>
                  <a:pt x="2844151" y="1530794"/>
                </a:lnTo>
                <a:cubicBezTo>
                  <a:pt x="2804784" y="2154619"/>
                  <a:pt x="2367464" y="2681809"/>
                  <a:pt x="1761650" y="2835749"/>
                </a:cubicBezTo>
                <a:cubicBezTo>
                  <a:pt x="1191486" y="2980631"/>
                  <a:pt x="594633" y="2763755"/>
                  <a:pt x="252983" y="2293680"/>
                </a:cubicBezTo>
                <a:lnTo>
                  <a:pt x="102982" y="2380283"/>
                </a:lnTo>
                <a:lnTo>
                  <a:pt x="104524" y="1603708"/>
                </a:lnTo>
                <a:lnTo>
                  <a:pt x="777828" y="1990661"/>
                </a:lnTo>
                <a:lnTo>
                  <a:pt x="648358" y="2065410"/>
                </a:lnTo>
                <a:cubicBezTo>
                  <a:pt x="886760" y="2358087"/>
                  <a:pt x="1276546" y="2489694"/>
                  <a:pt x="1649627" y="2394891"/>
                </a:cubicBezTo>
                <a:cubicBezTo>
                  <a:pt x="2064076" y="2289577"/>
                  <a:pt x="2363256" y="1928916"/>
                  <a:pt x="2390187" y="1502145"/>
                </a:cubicBezTo>
                <a:close/>
                <a:moveTo>
                  <a:pt x="1424249" y="58"/>
                </a:moveTo>
                <a:cubicBezTo>
                  <a:pt x="1880498" y="-4073"/>
                  <a:pt x="2318325" y="209551"/>
                  <a:pt x="2591169" y="586524"/>
                </a:cubicBezTo>
                <a:lnTo>
                  <a:pt x="2741170" y="499921"/>
                </a:lnTo>
                <a:lnTo>
                  <a:pt x="2739628" y="1276497"/>
                </a:lnTo>
                <a:lnTo>
                  <a:pt x="2066324" y="889544"/>
                </a:lnTo>
                <a:lnTo>
                  <a:pt x="2195793" y="814795"/>
                </a:lnTo>
                <a:cubicBezTo>
                  <a:pt x="1957391" y="522118"/>
                  <a:pt x="1567606" y="390511"/>
                  <a:pt x="1194524" y="485313"/>
                </a:cubicBezTo>
                <a:cubicBezTo>
                  <a:pt x="780075" y="590627"/>
                  <a:pt x="480895" y="951288"/>
                  <a:pt x="453964" y="1378059"/>
                </a:cubicBezTo>
                <a:lnTo>
                  <a:pt x="0" y="1349410"/>
                </a:lnTo>
                <a:cubicBezTo>
                  <a:pt x="39367" y="725585"/>
                  <a:pt x="476687" y="198395"/>
                  <a:pt x="1082501" y="44455"/>
                </a:cubicBezTo>
                <a:cubicBezTo>
                  <a:pt x="1196091" y="15591"/>
                  <a:pt x="1310740" y="1086"/>
                  <a:pt x="1424249" y="58"/>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7" name="Google Shape;247;p37"/>
          <p:cNvSpPr/>
          <p:nvPr/>
        </p:nvSpPr>
        <p:spPr>
          <a:xfrm rot="9900000">
            <a:off x="10962200" y="751513"/>
            <a:ext cx="307431" cy="268107"/>
          </a:xfrm>
          <a:custGeom>
            <a:avLst/>
            <a:gdLst/>
            <a:ahLst/>
            <a:cxnLst/>
            <a:rect l="l" t="t" r="r" b="b"/>
            <a:pathLst>
              <a:path w="2911009" h="2472345" extrusionOk="0">
                <a:moveTo>
                  <a:pt x="2219598" y="1335309"/>
                </a:moveTo>
                <a:lnTo>
                  <a:pt x="2219598" y="1222573"/>
                </a:lnTo>
                <a:cubicBezTo>
                  <a:pt x="2219598" y="1176944"/>
                  <a:pt x="2241926" y="1136530"/>
                  <a:pt x="2277694" y="1113650"/>
                </a:cubicBezTo>
                <a:lnTo>
                  <a:pt x="2277694" y="137786"/>
                </a:lnTo>
                <a:cubicBezTo>
                  <a:pt x="2277694" y="61689"/>
                  <a:pt x="2339383" y="0"/>
                  <a:pt x="2415480" y="0"/>
                </a:cubicBezTo>
                <a:lnTo>
                  <a:pt x="2545196" y="0"/>
                </a:lnTo>
                <a:cubicBezTo>
                  <a:pt x="2621293" y="0"/>
                  <a:pt x="2682982" y="61689"/>
                  <a:pt x="2682982" y="137786"/>
                </a:cubicBezTo>
                <a:lnTo>
                  <a:pt x="2682982" y="1099067"/>
                </a:lnTo>
                <a:cubicBezTo>
                  <a:pt x="2730197" y="1120049"/>
                  <a:pt x="2762708" y="1167515"/>
                  <a:pt x="2762708" y="1222573"/>
                </a:cubicBezTo>
                <a:lnTo>
                  <a:pt x="2762708" y="1480834"/>
                </a:lnTo>
                <a:close/>
                <a:moveTo>
                  <a:pt x="241900" y="1676361"/>
                </a:moveTo>
                <a:cubicBezTo>
                  <a:pt x="69371" y="1631107"/>
                  <a:pt x="-34146" y="1454930"/>
                  <a:pt x="10296" y="1282189"/>
                </a:cubicBezTo>
                <a:cubicBezTo>
                  <a:pt x="54739" y="1109449"/>
                  <a:pt x="230428" y="1005105"/>
                  <a:pt x="403375" y="1048736"/>
                </a:cubicBezTo>
                <a:cubicBezTo>
                  <a:pt x="349550" y="1257945"/>
                  <a:pt x="295726" y="1467153"/>
                  <a:pt x="241900" y="1676361"/>
                </a:cubicBezTo>
                <a:close/>
                <a:moveTo>
                  <a:pt x="2578947" y="2467929"/>
                </a:moveTo>
                <a:lnTo>
                  <a:pt x="1957545" y="2301425"/>
                </a:lnTo>
                <a:lnTo>
                  <a:pt x="2194209" y="1418183"/>
                </a:lnTo>
                <a:lnTo>
                  <a:pt x="2815611" y="1584687"/>
                </a:lnTo>
                <a:cubicBezTo>
                  <a:pt x="2884250" y="1603079"/>
                  <a:pt x="2924985" y="1673632"/>
                  <a:pt x="2906593" y="1742272"/>
                </a:cubicBezTo>
                <a:lnTo>
                  <a:pt x="2736532" y="2376947"/>
                </a:lnTo>
                <a:cubicBezTo>
                  <a:pt x="2718140" y="2445587"/>
                  <a:pt x="2647586" y="2486321"/>
                  <a:pt x="2578947" y="2467929"/>
                </a:cubicBezTo>
                <a:close/>
                <a:moveTo>
                  <a:pt x="610249" y="2287120"/>
                </a:moveTo>
                <a:lnTo>
                  <a:pt x="1020264" y="756923"/>
                </a:lnTo>
                <a:lnTo>
                  <a:pt x="2107356" y="1398691"/>
                </a:lnTo>
                <a:lnTo>
                  <a:pt x="1872582" y="2274879"/>
                </a:lnTo>
                <a:close/>
                <a:moveTo>
                  <a:pt x="426016" y="2349577"/>
                </a:moveTo>
                <a:lnTo>
                  <a:pt x="243978" y="2300800"/>
                </a:lnTo>
                <a:cubicBezTo>
                  <a:pt x="205115" y="2290387"/>
                  <a:pt x="182051" y="2250439"/>
                  <a:pt x="192464" y="2211576"/>
                </a:cubicBezTo>
                <a:lnTo>
                  <a:pt x="620679" y="613455"/>
                </a:lnTo>
                <a:cubicBezTo>
                  <a:pt x="631093" y="574592"/>
                  <a:pt x="671040" y="551528"/>
                  <a:pt x="709903" y="561941"/>
                </a:cubicBezTo>
                <a:lnTo>
                  <a:pt x="891942" y="610718"/>
                </a:lnTo>
                <a:cubicBezTo>
                  <a:pt x="930805" y="621132"/>
                  <a:pt x="953869" y="661079"/>
                  <a:pt x="943455" y="699942"/>
                </a:cubicBezTo>
                <a:lnTo>
                  <a:pt x="515240" y="2298064"/>
                </a:lnTo>
                <a:cubicBezTo>
                  <a:pt x="504827" y="2336927"/>
                  <a:pt x="464879" y="2359990"/>
                  <a:pt x="426016" y="2349577"/>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8" name="Google Shape;248;p37"/>
          <p:cNvSpPr/>
          <p:nvPr/>
        </p:nvSpPr>
        <p:spPr>
          <a:xfrm>
            <a:off x="7800975" y="2456093"/>
            <a:ext cx="305135" cy="313319"/>
          </a:xfrm>
          <a:custGeom>
            <a:avLst/>
            <a:gdLst/>
            <a:ahLst/>
            <a:cxnLst/>
            <a:rect l="l" t="t" r="r" b="b"/>
            <a:pathLst>
              <a:path w="3240000" h="3240000" extrusionOk="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49" name="Google Shape;249;p37"/>
          <p:cNvSpPr/>
          <p:nvPr/>
        </p:nvSpPr>
        <p:spPr>
          <a:xfrm>
            <a:off x="10197395" y="1897803"/>
            <a:ext cx="221537" cy="281491"/>
          </a:xfrm>
          <a:custGeom>
            <a:avLst/>
            <a:gdLst/>
            <a:ahLst/>
            <a:cxnLst/>
            <a:rect l="l" t="t" r="r" b="b"/>
            <a:pathLst>
              <a:path w="1565431" h="1937121" extrusionOk="0">
                <a:moveTo>
                  <a:pt x="332898" y="199"/>
                </a:moveTo>
                <a:cubicBezTo>
                  <a:pt x="480797" y="-12106"/>
                  <a:pt x="712130" y="551085"/>
                  <a:pt x="532477" y="593021"/>
                </a:cubicBezTo>
                <a:lnTo>
                  <a:pt x="344260" y="645543"/>
                </a:lnTo>
                <a:cubicBezTo>
                  <a:pt x="475639" y="1163599"/>
                  <a:pt x="690666" y="1300897"/>
                  <a:pt x="951847" y="1518960"/>
                </a:cubicBezTo>
                <a:cubicBezTo>
                  <a:pt x="1003138" y="1396518"/>
                  <a:pt x="1042046" y="1291100"/>
                  <a:pt x="1137450" y="1301627"/>
                </a:cubicBezTo>
                <a:cubicBezTo>
                  <a:pt x="1276950" y="1299313"/>
                  <a:pt x="1636332" y="1564228"/>
                  <a:pt x="1553064" y="1689868"/>
                </a:cubicBezTo>
                <a:cubicBezTo>
                  <a:pt x="1389777" y="1941825"/>
                  <a:pt x="1145722" y="1971673"/>
                  <a:pt x="1002627" y="1909214"/>
                </a:cubicBezTo>
                <a:cubicBezTo>
                  <a:pt x="545977" y="1690048"/>
                  <a:pt x="-37590" y="1110316"/>
                  <a:pt x="1901" y="380586"/>
                </a:cubicBezTo>
                <a:cubicBezTo>
                  <a:pt x="36305" y="148891"/>
                  <a:pt x="133416" y="23363"/>
                  <a:pt x="332898" y="199"/>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0" name="Google Shape;250;p37"/>
          <p:cNvSpPr/>
          <p:nvPr/>
        </p:nvSpPr>
        <p:spPr>
          <a:xfrm>
            <a:off x="8287908" y="2479386"/>
            <a:ext cx="310754" cy="266734"/>
          </a:xfrm>
          <a:custGeom>
            <a:avLst/>
            <a:gdLst/>
            <a:ahLst/>
            <a:cxnLst/>
            <a:rect l="l" t="t" r="r" b="b"/>
            <a:pathLst>
              <a:path w="3186824" h="2663936" extrusionOk="0">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1" name="Google Shape;251;p37"/>
          <p:cNvSpPr/>
          <p:nvPr/>
        </p:nvSpPr>
        <p:spPr>
          <a:xfrm>
            <a:off x="9958868" y="759003"/>
            <a:ext cx="320923" cy="253125"/>
          </a:xfrm>
          <a:custGeom>
            <a:avLst/>
            <a:gdLst/>
            <a:ahLst/>
            <a:cxnLst/>
            <a:rect l="l" t="t" r="r" b="b"/>
            <a:pathLst>
              <a:path w="3186824" h="2447912" extrusionOk="0">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2" name="Google Shape;252;p37"/>
          <p:cNvSpPr/>
          <p:nvPr/>
        </p:nvSpPr>
        <p:spPr>
          <a:xfrm>
            <a:off x="10457856" y="741002"/>
            <a:ext cx="326278" cy="289128"/>
          </a:xfrm>
          <a:custGeom>
            <a:avLst/>
            <a:gdLst/>
            <a:ahLst/>
            <a:cxnLst/>
            <a:rect l="l" t="t" r="r" b="b"/>
            <a:pathLst>
              <a:path w="3240006" h="2796091" extrusionOk="0">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3" name="Google Shape;253;p37"/>
          <p:cNvSpPr/>
          <p:nvPr/>
        </p:nvSpPr>
        <p:spPr>
          <a:xfrm>
            <a:off x="11447696" y="717271"/>
            <a:ext cx="150347" cy="336589"/>
          </a:xfrm>
          <a:custGeom>
            <a:avLst/>
            <a:gdLst/>
            <a:ahLst/>
            <a:cxnLst/>
            <a:rect l="l" t="t" r="r" b="b"/>
            <a:pathLst>
              <a:path w="1492970" h="3255081" extrusionOk="0">
                <a:moveTo>
                  <a:pt x="1492970" y="1569688"/>
                </a:moveTo>
                <a:cubicBezTo>
                  <a:pt x="1492970" y="1957118"/>
                  <a:pt x="1197680" y="2277765"/>
                  <a:pt x="816277" y="2310957"/>
                </a:cubicBezTo>
                <a:lnTo>
                  <a:pt x="816277" y="2787043"/>
                </a:lnTo>
                <a:cubicBezTo>
                  <a:pt x="873982" y="2789209"/>
                  <a:pt x="931009" y="2798017"/>
                  <a:pt x="986081" y="2811674"/>
                </a:cubicBezTo>
                <a:cubicBezTo>
                  <a:pt x="1252919" y="2877847"/>
                  <a:pt x="1430830" y="3046369"/>
                  <a:pt x="1433593" y="3235566"/>
                </a:cubicBezTo>
                <a:lnTo>
                  <a:pt x="57488" y="3255081"/>
                </a:lnTo>
                <a:cubicBezTo>
                  <a:pt x="47920" y="3062506"/>
                  <a:pt x="221127" y="2886615"/>
                  <a:pt x="490574" y="2815284"/>
                </a:cubicBezTo>
                <a:cubicBezTo>
                  <a:pt x="549928" y="2799571"/>
                  <a:pt x="611777" y="2789553"/>
                  <a:pt x="674460" y="2787163"/>
                </a:cubicBezTo>
                <a:lnTo>
                  <a:pt x="674460" y="2310809"/>
                </a:lnTo>
                <a:cubicBezTo>
                  <a:pt x="317470" y="2280245"/>
                  <a:pt x="28405" y="1994114"/>
                  <a:pt x="0" y="1627428"/>
                </a:cubicBezTo>
                <a:lnTo>
                  <a:pt x="142201" y="1616413"/>
                </a:lnTo>
                <a:cubicBezTo>
                  <a:pt x="167304" y="1940464"/>
                  <a:pt x="443969" y="2186771"/>
                  <a:pt x="768748" y="2174211"/>
                </a:cubicBezTo>
                <a:cubicBezTo>
                  <a:pt x="1093527" y="2161650"/>
                  <a:pt x="1350342" y="1894710"/>
                  <a:pt x="1350342" y="1569689"/>
                </a:cubicBezTo>
                <a:close/>
                <a:moveTo>
                  <a:pt x="745368" y="0"/>
                </a:moveTo>
                <a:cubicBezTo>
                  <a:pt x="989132" y="0"/>
                  <a:pt x="1186742" y="197610"/>
                  <a:pt x="1186742" y="441374"/>
                </a:cubicBezTo>
                <a:lnTo>
                  <a:pt x="1186742" y="1575353"/>
                </a:lnTo>
                <a:cubicBezTo>
                  <a:pt x="1186742" y="1819117"/>
                  <a:pt x="989132" y="2016727"/>
                  <a:pt x="745368" y="2016727"/>
                </a:cubicBezTo>
                <a:cubicBezTo>
                  <a:pt x="501604" y="2016727"/>
                  <a:pt x="303994" y="1819117"/>
                  <a:pt x="303994" y="1575353"/>
                </a:cubicBezTo>
                <a:lnTo>
                  <a:pt x="303994" y="441374"/>
                </a:lnTo>
                <a:cubicBezTo>
                  <a:pt x="303994" y="197610"/>
                  <a:pt x="501604" y="0"/>
                  <a:pt x="745368"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4" name="Google Shape;254;p37"/>
          <p:cNvSpPr/>
          <p:nvPr/>
        </p:nvSpPr>
        <p:spPr>
          <a:xfrm>
            <a:off x="8780462" y="2502660"/>
            <a:ext cx="326278" cy="220186"/>
          </a:xfrm>
          <a:custGeom>
            <a:avLst/>
            <a:gdLst/>
            <a:ahLst/>
            <a:cxnLst/>
            <a:rect l="l" t="t" r="r" b="b"/>
            <a:pathLst>
              <a:path w="3240006" h="2129375" extrusionOk="0">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5" name="Google Shape;255;p37"/>
          <p:cNvSpPr/>
          <p:nvPr/>
        </p:nvSpPr>
        <p:spPr>
          <a:xfrm>
            <a:off x="8273240" y="1957732"/>
            <a:ext cx="326801" cy="161631"/>
          </a:xfrm>
          <a:custGeom>
            <a:avLst/>
            <a:gdLst/>
            <a:ahLst/>
            <a:cxnLst/>
            <a:rect l="l" t="t" r="r" b="b"/>
            <a:pathLst>
              <a:path w="3215400" h="1548752" extrusionOk="0">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6" name="Google Shape;256;p37"/>
          <p:cNvSpPr/>
          <p:nvPr/>
        </p:nvSpPr>
        <p:spPr>
          <a:xfrm>
            <a:off x="8754279" y="1957732"/>
            <a:ext cx="326801" cy="161631"/>
          </a:xfrm>
          <a:custGeom>
            <a:avLst/>
            <a:gdLst/>
            <a:ahLst/>
            <a:cxnLst/>
            <a:rect l="l" t="t" r="r" b="b"/>
            <a:pathLst>
              <a:path w="3215400" h="1548752" extrusionOk="0">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7" name="Google Shape;257;p37"/>
          <p:cNvSpPr/>
          <p:nvPr/>
        </p:nvSpPr>
        <p:spPr>
          <a:xfrm>
            <a:off x="9235318" y="1957732"/>
            <a:ext cx="326801" cy="161631"/>
          </a:xfrm>
          <a:custGeom>
            <a:avLst/>
            <a:gdLst/>
            <a:ahLst/>
            <a:cxnLst/>
            <a:rect l="l" t="t" r="r" b="b"/>
            <a:pathLst>
              <a:path w="3215400" h="1548752" extrusionOk="0">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8" name="Google Shape;258;p37"/>
          <p:cNvSpPr/>
          <p:nvPr/>
        </p:nvSpPr>
        <p:spPr>
          <a:xfrm>
            <a:off x="9716356" y="1957732"/>
            <a:ext cx="326801" cy="161631"/>
          </a:xfrm>
          <a:custGeom>
            <a:avLst/>
            <a:gdLst/>
            <a:ahLst/>
            <a:cxnLst/>
            <a:rect l="l" t="t" r="r" b="b"/>
            <a:pathLst>
              <a:path w="3215400" h="1548752" extrusionOk="0">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240385" y="234376"/>
                </a:moveTo>
                <a:lnTo>
                  <a:pt x="2744441" y="234376"/>
                </a:lnTo>
                <a:lnTo>
                  <a:pt x="2744441" y="1314376"/>
                </a:lnTo>
                <a:lnTo>
                  <a:pt x="2240385" y="1314376"/>
                </a:ln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59" name="Google Shape;259;p37"/>
          <p:cNvSpPr/>
          <p:nvPr/>
        </p:nvSpPr>
        <p:spPr>
          <a:xfrm rot="8100000">
            <a:off x="11412203" y="1924912"/>
            <a:ext cx="221335" cy="227272"/>
          </a:xfrm>
          <a:custGeom>
            <a:avLst/>
            <a:gdLst/>
            <a:ahLst/>
            <a:cxnLst/>
            <a:rect l="l" t="t" r="r" b="b"/>
            <a:pathLst>
              <a:path w="2483832" h="2483835" extrusionOk="0">
                <a:moveTo>
                  <a:pt x="657616" y="1826218"/>
                </a:moveTo>
                <a:cubicBezTo>
                  <a:pt x="806520" y="1975122"/>
                  <a:pt x="1047940" y="1975122"/>
                  <a:pt x="1196844" y="1826218"/>
                </a:cubicBezTo>
                <a:cubicBezTo>
                  <a:pt x="1345748" y="1677314"/>
                  <a:pt x="1345748" y="1435894"/>
                  <a:pt x="1196844" y="1286990"/>
                </a:cubicBezTo>
                <a:cubicBezTo>
                  <a:pt x="1047940" y="1138086"/>
                  <a:pt x="806520" y="1138086"/>
                  <a:pt x="657616" y="1286990"/>
                </a:cubicBezTo>
                <a:cubicBezTo>
                  <a:pt x="508712" y="1435894"/>
                  <a:pt x="508712" y="1677314"/>
                  <a:pt x="657616" y="1826218"/>
                </a:cubicBezTo>
                <a:close/>
                <a:moveTo>
                  <a:pt x="293335" y="2190500"/>
                </a:moveTo>
                <a:cubicBezTo>
                  <a:pt x="112098" y="2009262"/>
                  <a:pt x="0" y="1758885"/>
                  <a:pt x="0" y="1482325"/>
                </a:cubicBezTo>
                <a:cubicBezTo>
                  <a:pt x="0" y="929206"/>
                  <a:pt x="459290" y="590078"/>
                  <a:pt x="1001509" y="480815"/>
                </a:cubicBezTo>
                <a:cubicBezTo>
                  <a:pt x="1569704" y="366317"/>
                  <a:pt x="1861757" y="259925"/>
                  <a:pt x="2483832" y="0"/>
                </a:cubicBezTo>
                <a:cubicBezTo>
                  <a:pt x="2230640" y="682694"/>
                  <a:pt x="2130986" y="873716"/>
                  <a:pt x="2003018" y="1482325"/>
                </a:cubicBezTo>
                <a:cubicBezTo>
                  <a:pt x="1901990" y="2042180"/>
                  <a:pt x="1554627" y="2483835"/>
                  <a:pt x="1001509" y="2483835"/>
                </a:cubicBezTo>
                <a:cubicBezTo>
                  <a:pt x="724950" y="2483835"/>
                  <a:pt x="474573" y="2371737"/>
                  <a:pt x="293335" y="219050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0" name="Google Shape;260;p37"/>
          <p:cNvSpPr/>
          <p:nvPr/>
        </p:nvSpPr>
        <p:spPr>
          <a:xfrm>
            <a:off x="8610713" y="1301161"/>
            <a:ext cx="327387" cy="338906"/>
          </a:xfrm>
          <a:custGeom>
            <a:avLst/>
            <a:gdLst/>
            <a:ahLst/>
            <a:cxnLst/>
            <a:rect l="l" t="t" r="r" b="b"/>
            <a:pathLst>
              <a:path w="3208412" h="3234532" extrusionOk="0">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1" name="Google Shape;261;p37"/>
          <p:cNvSpPr/>
          <p:nvPr/>
        </p:nvSpPr>
        <p:spPr>
          <a:xfrm>
            <a:off x="9119598" y="1300874"/>
            <a:ext cx="257096" cy="339479"/>
          </a:xfrm>
          <a:custGeom>
            <a:avLst/>
            <a:gdLst/>
            <a:ahLst/>
            <a:cxnLst/>
            <a:rect l="l" t="t" r="r" b="b"/>
            <a:pathLst>
              <a:path w="2519554" h="3240000" extrusionOk="0">
                <a:moveTo>
                  <a:pt x="1259778" y="0"/>
                </a:moveTo>
                <a:cubicBezTo>
                  <a:pt x="1299543" y="0"/>
                  <a:pt x="1331778" y="32235"/>
                  <a:pt x="1331778" y="72000"/>
                </a:cubicBezTo>
                <a:lnTo>
                  <a:pt x="1331778" y="292696"/>
                </a:lnTo>
                <a:cubicBezTo>
                  <a:pt x="1526887" y="301316"/>
                  <a:pt x="1719796" y="357828"/>
                  <a:pt x="1894309" y="459601"/>
                </a:cubicBezTo>
                <a:cubicBezTo>
                  <a:pt x="2284331" y="687055"/>
                  <a:pt x="2522839" y="1105809"/>
                  <a:pt x="2519520" y="1557297"/>
                </a:cubicBezTo>
                <a:lnTo>
                  <a:pt x="2509882" y="1557270"/>
                </a:lnTo>
                <a:cubicBezTo>
                  <a:pt x="2413806" y="1435449"/>
                  <a:pt x="2264527" y="1358626"/>
                  <a:pt x="2097304" y="1358626"/>
                </a:cubicBezTo>
                <a:cubicBezTo>
                  <a:pt x="1931567" y="1358626"/>
                  <a:pt x="1783455" y="1434091"/>
                  <a:pt x="1688484" y="1554913"/>
                </a:cubicBezTo>
                <a:lnTo>
                  <a:pt x="1657888" y="1554825"/>
                </a:lnTo>
                <a:cubicBezTo>
                  <a:pt x="1579123" y="1454657"/>
                  <a:pt x="1463823" y="1385682"/>
                  <a:pt x="1331778" y="1368008"/>
                </a:cubicBezTo>
                <a:lnTo>
                  <a:pt x="1331778" y="2507895"/>
                </a:lnTo>
                <a:lnTo>
                  <a:pt x="1356113" y="2507895"/>
                </a:lnTo>
                <a:lnTo>
                  <a:pt x="1356113" y="2868215"/>
                </a:lnTo>
                <a:lnTo>
                  <a:pt x="1353558" y="2868215"/>
                </a:lnTo>
                <a:cubicBezTo>
                  <a:pt x="1347515" y="3074779"/>
                  <a:pt x="1177830" y="3240000"/>
                  <a:pt x="969556" y="3240000"/>
                </a:cubicBezTo>
                <a:cubicBezTo>
                  <a:pt x="759529" y="3240000"/>
                  <a:pt x="588743" y="3071985"/>
                  <a:pt x="585029" y="2863014"/>
                </a:cubicBezTo>
                <a:cubicBezTo>
                  <a:pt x="584214" y="2861474"/>
                  <a:pt x="584183" y="2859896"/>
                  <a:pt x="584183" y="2858310"/>
                </a:cubicBezTo>
                <a:lnTo>
                  <a:pt x="584422" y="2856985"/>
                </a:lnTo>
                <a:cubicBezTo>
                  <a:pt x="584186" y="2856201"/>
                  <a:pt x="584184" y="2855415"/>
                  <a:pt x="584184" y="2854628"/>
                </a:cubicBezTo>
                <a:lnTo>
                  <a:pt x="584846" y="2854628"/>
                </a:lnTo>
                <a:cubicBezTo>
                  <a:pt x="585977" y="2797047"/>
                  <a:pt x="628115" y="2750982"/>
                  <a:pt x="679843" y="2750982"/>
                </a:cubicBezTo>
                <a:cubicBezTo>
                  <a:pt x="731571" y="2750982"/>
                  <a:pt x="773709" y="2797047"/>
                  <a:pt x="774841" y="2854628"/>
                </a:cubicBezTo>
                <a:lnTo>
                  <a:pt x="776870" y="2854628"/>
                </a:lnTo>
                <a:cubicBezTo>
                  <a:pt x="776870" y="2961046"/>
                  <a:pt x="863138" y="3047314"/>
                  <a:pt x="969556" y="3047314"/>
                </a:cubicBezTo>
                <a:cubicBezTo>
                  <a:pt x="1075974" y="3047314"/>
                  <a:pt x="1162242" y="2961046"/>
                  <a:pt x="1162242" y="2854628"/>
                </a:cubicBezTo>
                <a:lnTo>
                  <a:pt x="1163439" y="2854628"/>
                </a:lnTo>
                <a:lnTo>
                  <a:pt x="1163439" y="2507895"/>
                </a:lnTo>
                <a:lnTo>
                  <a:pt x="1187778" y="2507895"/>
                </a:lnTo>
                <a:lnTo>
                  <a:pt x="1187778" y="1365548"/>
                </a:lnTo>
                <a:cubicBezTo>
                  <a:pt x="1048083" y="1378241"/>
                  <a:pt x="925400" y="1448176"/>
                  <a:pt x="842602" y="1552487"/>
                </a:cubicBezTo>
                <a:lnTo>
                  <a:pt x="807450" y="1552386"/>
                </a:lnTo>
                <a:cubicBezTo>
                  <a:pt x="712615" y="1432960"/>
                  <a:pt x="565486" y="1358626"/>
                  <a:pt x="400996" y="1358626"/>
                </a:cubicBezTo>
                <a:cubicBezTo>
                  <a:pt x="240343" y="1358626"/>
                  <a:pt x="96251" y="1429532"/>
                  <a:pt x="0" y="1543232"/>
                </a:cubicBezTo>
                <a:cubicBezTo>
                  <a:pt x="1264" y="1094357"/>
                  <a:pt x="241710" y="680052"/>
                  <a:pt x="631054" y="455977"/>
                </a:cubicBezTo>
                <a:cubicBezTo>
                  <a:pt x="804121" y="356374"/>
                  <a:pt x="994908" y="301092"/>
                  <a:pt x="1187778" y="292721"/>
                </a:cubicBezTo>
                <a:lnTo>
                  <a:pt x="1187778" y="72000"/>
                </a:lnTo>
                <a:cubicBezTo>
                  <a:pt x="1187778" y="32235"/>
                  <a:pt x="1220013" y="0"/>
                  <a:pt x="1259778"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2" name="Google Shape;262;p37"/>
          <p:cNvSpPr/>
          <p:nvPr/>
        </p:nvSpPr>
        <p:spPr>
          <a:xfrm>
            <a:off x="9492241" y="737416"/>
            <a:ext cx="288561" cy="296301"/>
          </a:xfrm>
          <a:prstGeom prst="hear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3" name="Google Shape;263;p37"/>
          <p:cNvSpPr/>
          <p:nvPr/>
        </p:nvSpPr>
        <p:spPr>
          <a:xfrm>
            <a:off x="11011532" y="3010809"/>
            <a:ext cx="218276" cy="276921"/>
          </a:xfrm>
          <a:custGeom>
            <a:avLst/>
            <a:gdLst/>
            <a:ahLst/>
            <a:cxnLst/>
            <a:rect l="l" t="t" r="r" b="b"/>
            <a:pathLst>
              <a:path w="2600931" h="3213524" extrusionOk="0">
                <a:moveTo>
                  <a:pt x="1304260" y="0"/>
                </a:moveTo>
                <a:cubicBezTo>
                  <a:pt x="1403671" y="0"/>
                  <a:pt x="1484260" y="80589"/>
                  <a:pt x="1484260" y="180000"/>
                </a:cubicBezTo>
                <a:lnTo>
                  <a:pt x="1484260" y="412061"/>
                </a:lnTo>
                <a:lnTo>
                  <a:pt x="2330931" y="412061"/>
                </a:lnTo>
                <a:lnTo>
                  <a:pt x="2600931" y="682061"/>
                </a:lnTo>
                <a:lnTo>
                  <a:pt x="2330931" y="952061"/>
                </a:lnTo>
                <a:lnTo>
                  <a:pt x="1484260" y="952061"/>
                </a:lnTo>
                <a:lnTo>
                  <a:pt x="1484260" y="1110244"/>
                </a:lnTo>
                <a:lnTo>
                  <a:pt x="2375646" y="1110244"/>
                </a:lnTo>
                <a:lnTo>
                  <a:pt x="2375646" y="1650244"/>
                </a:lnTo>
                <a:lnTo>
                  <a:pt x="1484260" y="1650244"/>
                </a:lnTo>
                <a:lnTo>
                  <a:pt x="1484260" y="3213524"/>
                </a:lnTo>
                <a:lnTo>
                  <a:pt x="1124260" y="3213524"/>
                </a:lnTo>
                <a:lnTo>
                  <a:pt x="1124260" y="1650244"/>
                </a:lnTo>
                <a:lnTo>
                  <a:pt x="270000" y="1650244"/>
                </a:lnTo>
                <a:lnTo>
                  <a:pt x="0" y="1380244"/>
                </a:lnTo>
                <a:lnTo>
                  <a:pt x="270000" y="1110244"/>
                </a:lnTo>
                <a:lnTo>
                  <a:pt x="1124260" y="1110244"/>
                </a:lnTo>
                <a:lnTo>
                  <a:pt x="1124260" y="952061"/>
                </a:lnTo>
                <a:lnTo>
                  <a:pt x="224931" y="952061"/>
                </a:lnTo>
                <a:lnTo>
                  <a:pt x="224931" y="412061"/>
                </a:lnTo>
                <a:lnTo>
                  <a:pt x="1124260" y="412061"/>
                </a:lnTo>
                <a:lnTo>
                  <a:pt x="1124260" y="180000"/>
                </a:lnTo>
                <a:cubicBezTo>
                  <a:pt x="1124260" y="80589"/>
                  <a:pt x="1204849" y="0"/>
                  <a:pt x="1304260"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4" name="Google Shape;264;p37"/>
          <p:cNvSpPr/>
          <p:nvPr/>
        </p:nvSpPr>
        <p:spPr>
          <a:xfrm>
            <a:off x="7798870" y="3040695"/>
            <a:ext cx="359513" cy="217146"/>
          </a:xfrm>
          <a:custGeom>
            <a:avLst/>
            <a:gdLst/>
            <a:ahLst/>
            <a:cxnLst/>
            <a:rect l="l" t="t" r="r" b="b"/>
            <a:pathLst>
              <a:path w="4529836" h="2664566" extrusionOk="0">
                <a:moveTo>
                  <a:pt x="1861969" y="0"/>
                </a:moveTo>
                <a:cubicBezTo>
                  <a:pt x="2177122" y="0"/>
                  <a:pt x="2455874" y="155855"/>
                  <a:pt x="2611443" y="404565"/>
                </a:cubicBezTo>
                <a:cubicBezTo>
                  <a:pt x="2709453" y="315054"/>
                  <a:pt x="2840684" y="266178"/>
                  <a:pt x="2983336" y="266178"/>
                </a:cubicBezTo>
                <a:cubicBezTo>
                  <a:pt x="3293144" y="266178"/>
                  <a:pt x="3549108" y="496718"/>
                  <a:pt x="3578241" y="797044"/>
                </a:cubicBezTo>
                <a:cubicBezTo>
                  <a:pt x="3583592" y="793823"/>
                  <a:pt x="3589010" y="793774"/>
                  <a:pt x="3594440" y="793774"/>
                </a:cubicBezTo>
                <a:cubicBezTo>
                  <a:pt x="4111042" y="793774"/>
                  <a:pt x="4529836" y="1212568"/>
                  <a:pt x="4529836" y="1729170"/>
                </a:cubicBezTo>
                <a:cubicBezTo>
                  <a:pt x="4529836" y="2216938"/>
                  <a:pt x="4156487" y="2617512"/>
                  <a:pt x="3679930" y="2660249"/>
                </a:cubicBezTo>
                <a:lnTo>
                  <a:pt x="3679930" y="2664566"/>
                </a:lnTo>
                <a:lnTo>
                  <a:pt x="3594440" y="2664566"/>
                </a:lnTo>
                <a:lnTo>
                  <a:pt x="1043912" y="2664566"/>
                </a:lnTo>
                <a:lnTo>
                  <a:pt x="1043912" y="2657589"/>
                </a:lnTo>
                <a:cubicBezTo>
                  <a:pt x="1008374" y="2662448"/>
                  <a:pt x="972132" y="2664566"/>
                  <a:pt x="935396" y="2664566"/>
                </a:cubicBezTo>
                <a:cubicBezTo>
                  <a:pt x="418794" y="2664566"/>
                  <a:pt x="0" y="2245772"/>
                  <a:pt x="0" y="1729170"/>
                </a:cubicBezTo>
                <a:cubicBezTo>
                  <a:pt x="0" y="1212568"/>
                  <a:pt x="418794" y="793774"/>
                  <a:pt x="935396" y="793774"/>
                </a:cubicBezTo>
                <a:lnTo>
                  <a:pt x="954395" y="797612"/>
                </a:lnTo>
                <a:cubicBezTo>
                  <a:pt x="1004779" y="344999"/>
                  <a:pt x="1393085" y="0"/>
                  <a:pt x="1861969"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5" name="Google Shape;265;p37"/>
          <p:cNvSpPr/>
          <p:nvPr/>
        </p:nvSpPr>
        <p:spPr>
          <a:xfrm>
            <a:off x="10143674" y="3010651"/>
            <a:ext cx="267476" cy="277236"/>
          </a:xfrm>
          <a:custGeom>
            <a:avLst/>
            <a:gdLst/>
            <a:ahLst/>
            <a:cxnLst/>
            <a:rect l="l" t="t" r="r" b="b"/>
            <a:pathLst>
              <a:path w="3187187" h="3217189" extrusionOk="0">
                <a:moveTo>
                  <a:pt x="2136560" y="2669280"/>
                </a:moveTo>
                <a:cubicBezTo>
                  <a:pt x="2154235" y="2662847"/>
                  <a:pt x="2173778" y="2671961"/>
                  <a:pt x="2180211" y="2689635"/>
                </a:cubicBezTo>
                <a:lnTo>
                  <a:pt x="2338628" y="3124881"/>
                </a:lnTo>
                <a:cubicBezTo>
                  <a:pt x="2345061" y="3142556"/>
                  <a:pt x="2335948" y="3162099"/>
                  <a:pt x="2318273" y="3168533"/>
                </a:cubicBezTo>
                <a:lnTo>
                  <a:pt x="2190259" y="3215126"/>
                </a:lnTo>
                <a:cubicBezTo>
                  <a:pt x="2172585" y="3221559"/>
                  <a:pt x="2153041" y="3212445"/>
                  <a:pt x="2146608" y="3194771"/>
                </a:cubicBezTo>
                <a:lnTo>
                  <a:pt x="1988192" y="2759525"/>
                </a:lnTo>
                <a:cubicBezTo>
                  <a:pt x="1981759" y="2741850"/>
                  <a:pt x="1990872" y="2722307"/>
                  <a:pt x="2008547" y="2715873"/>
                </a:cubicBezTo>
                <a:close/>
                <a:moveTo>
                  <a:pt x="1050626" y="2669280"/>
                </a:moveTo>
                <a:lnTo>
                  <a:pt x="1178640" y="2715873"/>
                </a:lnTo>
                <a:cubicBezTo>
                  <a:pt x="1196314" y="2722307"/>
                  <a:pt x="1205428" y="2741850"/>
                  <a:pt x="1198995" y="2759525"/>
                </a:cubicBezTo>
                <a:lnTo>
                  <a:pt x="1040578" y="3194771"/>
                </a:lnTo>
                <a:cubicBezTo>
                  <a:pt x="1034145" y="3212445"/>
                  <a:pt x="1014601" y="3221559"/>
                  <a:pt x="996927" y="3215126"/>
                </a:cubicBezTo>
                <a:lnTo>
                  <a:pt x="868913" y="3168533"/>
                </a:lnTo>
                <a:cubicBezTo>
                  <a:pt x="851239" y="3162099"/>
                  <a:pt x="842125" y="3142556"/>
                  <a:pt x="848558" y="3124881"/>
                </a:cubicBezTo>
                <a:lnTo>
                  <a:pt x="1006975" y="2689635"/>
                </a:lnTo>
                <a:cubicBezTo>
                  <a:pt x="1013408" y="2671961"/>
                  <a:pt x="1032952" y="2662847"/>
                  <a:pt x="1050626" y="2669280"/>
                </a:cubicBezTo>
                <a:close/>
                <a:moveTo>
                  <a:pt x="2647909" y="2029882"/>
                </a:moveTo>
                <a:cubicBezTo>
                  <a:pt x="2656328" y="2027626"/>
                  <a:pt x="2665608" y="2028582"/>
                  <a:pt x="2673752" y="2033284"/>
                </a:cubicBezTo>
                <a:lnTo>
                  <a:pt x="3074877" y="2264874"/>
                </a:lnTo>
                <a:cubicBezTo>
                  <a:pt x="3091166" y="2274278"/>
                  <a:pt x="3096747" y="2295107"/>
                  <a:pt x="3087343" y="2311396"/>
                </a:cubicBezTo>
                <a:lnTo>
                  <a:pt x="3019228" y="2429374"/>
                </a:lnTo>
                <a:cubicBezTo>
                  <a:pt x="3009824" y="2445663"/>
                  <a:pt x="2988995" y="2451244"/>
                  <a:pt x="2972706" y="2441840"/>
                </a:cubicBezTo>
                <a:lnTo>
                  <a:pt x="2571581" y="2210250"/>
                </a:lnTo>
                <a:cubicBezTo>
                  <a:pt x="2555292" y="2200846"/>
                  <a:pt x="2549710" y="2180017"/>
                  <a:pt x="2559115" y="2163728"/>
                </a:cubicBezTo>
                <a:lnTo>
                  <a:pt x="2627229" y="2045750"/>
                </a:lnTo>
                <a:cubicBezTo>
                  <a:pt x="2631932" y="2037605"/>
                  <a:pt x="2639490" y="2032138"/>
                  <a:pt x="2647909" y="2029882"/>
                </a:cubicBezTo>
                <a:close/>
                <a:moveTo>
                  <a:pt x="539277" y="2029882"/>
                </a:moveTo>
                <a:cubicBezTo>
                  <a:pt x="547696" y="2032138"/>
                  <a:pt x="555255" y="2037605"/>
                  <a:pt x="559957" y="2045750"/>
                </a:cubicBezTo>
                <a:lnTo>
                  <a:pt x="628071" y="2163728"/>
                </a:lnTo>
                <a:cubicBezTo>
                  <a:pt x="637476" y="2180017"/>
                  <a:pt x="631895" y="2200846"/>
                  <a:pt x="615606" y="2210250"/>
                </a:cubicBezTo>
                <a:lnTo>
                  <a:pt x="214481" y="2441840"/>
                </a:lnTo>
                <a:cubicBezTo>
                  <a:pt x="198192" y="2451244"/>
                  <a:pt x="177363" y="2445663"/>
                  <a:pt x="167958" y="2429374"/>
                </a:cubicBezTo>
                <a:lnTo>
                  <a:pt x="99844" y="2311396"/>
                </a:lnTo>
                <a:cubicBezTo>
                  <a:pt x="90439" y="2295107"/>
                  <a:pt x="96020" y="2274278"/>
                  <a:pt x="112309" y="2264874"/>
                </a:cubicBezTo>
                <a:lnTo>
                  <a:pt x="513434" y="2033284"/>
                </a:lnTo>
                <a:cubicBezTo>
                  <a:pt x="521579" y="2028582"/>
                  <a:pt x="530858" y="2027626"/>
                  <a:pt x="539277" y="2029882"/>
                </a:cubicBezTo>
                <a:close/>
                <a:moveTo>
                  <a:pt x="3094879" y="918289"/>
                </a:moveTo>
                <a:cubicBezTo>
                  <a:pt x="3112554" y="911856"/>
                  <a:pt x="3132097" y="920969"/>
                  <a:pt x="3138531" y="938644"/>
                </a:cubicBezTo>
                <a:lnTo>
                  <a:pt x="3185124" y="1066657"/>
                </a:lnTo>
                <a:cubicBezTo>
                  <a:pt x="3191557" y="1084332"/>
                  <a:pt x="3182443" y="1103875"/>
                  <a:pt x="3164769" y="1110308"/>
                </a:cubicBezTo>
                <a:lnTo>
                  <a:pt x="2729523" y="1268725"/>
                </a:lnTo>
                <a:cubicBezTo>
                  <a:pt x="2711848" y="1275158"/>
                  <a:pt x="2692304" y="1266045"/>
                  <a:pt x="2685871" y="1248370"/>
                </a:cubicBezTo>
                <a:lnTo>
                  <a:pt x="2639278" y="1120357"/>
                </a:lnTo>
                <a:cubicBezTo>
                  <a:pt x="2632845" y="1102682"/>
                  <a:pt x="2641959" y="1083138"/>
                  <a:pt x="2659633" y="1076705"/>
                </a:cubicBezTo>
                <a:close/>
                <a:moveTo>
                  <a:pt x="92307" y="918289"/>
                </a:moveTo>
                <a:lnTo>
                  <a:pt x="527553" y="1076705"/>
                </a:lnTo>
                <a:cubicBezTo>
                  <a:pt x="545228" y="1083138"/>
                  <a:pt x="554341" y="1102682"/>
                  <a:pt x="547908" y="1120357"/>
                </a:cubicBezTo>
                <a:lnTo>
                  <a:pt x="501315" y="1248370"/>
                </a:lnTo>
                <a:cubicBezTo>
                  <a:pt x="494882" y="1266045"/>
                  <a:pt x="475338" y="1275158"/>
                  <a:pt x="457664" y="1268725"/>
                </a:cubicBezTo>
                <a:lnTo>
                  <a:pt x="22418" y="1110308"/>
                </a:lnTo>
                <a:cubicBezTo>
                  <a:pt x="4743" y="1103875"/>
                  <a:pt x="-4370" y="1084332"/>
                  <a:pt x="2063" y="1066657"/>
                </a:cubicBezTo>
                <a:lnTo>
                  <a:pt x="48656" y="938644"/>
                </a:lnTo>
                <a:cubicBezTo>
                  <a:pt x="55089" y="920969"/>
                  <a:pt x="74633" y="911856"/>
                  <a:pt x="92307" y="918289"/>
                </a:cubicBezTo>
                <a:close/>
                <a:moveTo>
                  <a:pt x="1593593" y="658644"/>
                </a:moveTo>
                <a:cubicBezTo>
                  <a:pt x="2116495" y="658644"/>
                  <a:pt x="2540391" y="1082540"/>
                  <a:pt x="2540391" y="1605442"/>
                </a:cubicBezTo>
                <a:cubicBezTo>
                  <a:pt x="2540391" y="2128344"/>
                  <a:pt x="2116495" y="2552240"/>
                  <a:pt x="1593593" y="2552240"/>
                </a:cubicBezTo>
                <a:cubicBezTo>
                  <a:pt x="1070691" y="2552240"/>
                  <a:pt x="646795" y="2128344"/>
                  <a:pt x="646795" y="1605442"/>
                </a:cubicBezTo>
                <a:cubicBezTo>
                  <a:pt x="646795" y="1082540"/>
                  <a:pt x="1070691" y="658644"/>
                  <a:pt x="1593593" y="658644"/>
                </a:cubicBezTo>
                <a:close/>
                <a:moveTo>
                  <a:pt x="2246117" y="1165"/>
                </a:moveTo>
                <a:cubicBezTo>
                  <a:pt x="2254536" y="-1090"/>
                  <a:pt x="2263815" y="-135"/>
                  <a:pt x="2271960" y="4568"/>
                </a:cubicBezTo>
                <a:lnTo>
                  <a:pt x="2389938" y="72682"/>
                </a:lnTo>
                <a:cubicBezTo>
                  <a:pt x="2406227" y="82087"/>
                  <a:pt x="2411808" y="102916"/>
                  <a:pt x="2402403" y="119205"/>
                </a:cubicBezTo>
                <a:lnTo>
                  <a:pt x="2170814" y="520330"/>
                </a:lnTo>
                <a:cubicBezTo>
                  <a:pt x="2161409" y="536619"/>
                  <a:pt x="2140580" y="542200"/>
                  <a:pt x="2124291" y="532795"/>
                </a:cubicBezTo>
                <a:lnTo>
                  <a:pt x="2006313" y="464681"/>
                </a:lnTo>
                <a:cubicBezTo>
                  <a:pt x="1990024" y="455276"/>
                  <a:pt x="1984443" y="434447"/>
                  <a:pt x="1993848" y="418158"/>
                </a:cubicBezTo>
                <a:lnTo>
                  <a:pt x="2225437" y="17033"/>
                </a:lnTo>
                <a:cubicBezTo>
                  <a:pt x="2230139" y="8889"/>
                  <a:pt x="2237698" y="3421"/>
                  <a:pt x="2246117" y="1165"/>
                </a:cubicBezTo>
                <a:close/>
                <a:moveTo>
                  <a:pt x="941069" y="1165"/>
                </a:moveTo>
                <a:cubicBezTo>
                  <a:pt x="949488" y="3421"/>
                  <a:pt x="957047" y="8889"/>
                  <a:pt x="961749" y="17033"/>
                </a:cubicBezTo>
                <a:lnTo>
                  <a:pt x="1193338" y="418158"/>
                </a:lnTo>
                <a:cubicBezTo>
                  <a:pt x="1202743" y="434447"/>
                  <a:pt x="1197162" y="455276"/>
                  <a:pt x="1180873" y="464681"/>
                </a:cubicBezTo>
                <a:lnTo>
                  <a:pt x="1062895" y="532795"/>
                </a:lnTo>
                <a:cubicBezTo>
                  <a:pt x="1046606" y="542200"/>
                  <a:pt x="1025777" y="536619"/>
                  <a:pt x="1016372" y="520330"/>
                </a:cubicBezTo>
                <a:lnTo>
                  <a:pt x="784783" y="119205"/>
                </a:lnTo>
                <a:cubicBezTo>
                  <a:pt x="775378" y="102916"/>
                  <a:pt x="780959" y="82087"/>
                  <a:pt x="797248" y="72682"/>
                </a:cubicBezTo>
                <a:lnTo>
                  <a:pt x="915226" y="4568"/>
                </a:lnTo>
                <a:cubicBezTo>
                  <a:pt x="923371" y="-135"/>
                  <a:pt x="932650" y="-1090"/>
                  <a:pt x="941069" y="1165"/>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6" name="Google Shape;266;p37"/>
          <p:cNvSpPr/>
          <p:nvPr/>
        </p:nvSpPr>
        <p:spPr>
          <a:xfrm>
            <a:off x="8711218" y="3027897"/>
            <a:ext cx="366818" cy="242742"/>
          </a:xfrm>
          <a:custGeom>
            <a:avLst/>
            <a:gdLst/>
            <a:ahLst/>
            <a:cxnLst/>
            <a:rect l="l" t="t" r="r" b="b"/>
            <a:pathLst>
              <a:path w="3224845" h="2078296" extrusionOk="0">
                <a:moveTo>
                  <a:pt x="1153236" y="427959"/>
                </a:moveTo>
                <a:cubicBezTo>
                  <a:pt x="1348431" y="427959"/>
                  <a:pt x="1521080" y="524490"/>
                  <a:pt x="1617434" y="678532"/>
                </a:cubicBezTo>
                <a:cubicBezTo>
                  <a:pt x="1678138" y="623092"/>
                  <a:pt x="1759417" y="592820"/>
                  <a:pt x="1847771" y="592820"/>
                </a:cubicBezTo>
                <a:cubicBezTo>
                  <a:pt x="2039655" y="592820"/>
                  <a:pt x="2198190" y="735609"/>
                  <a:pt x="2216233" y="921620"/>
                </a:cubicBezTo>
                <a:cubicBezTo>
                  <a:pt x="2219548" y="919625"/>
                  <a:pt x="2222903" y="919594"/>
                  <a:pt x="2226267" y="919594"/>
                </a:cubicBezTo>
                <a:cubicBezTo>
                  <a:pt x="2546231" y="919594"/>
                  <a:pt x="2805617" y="1178981"/>
                  <a:pt x="2805617" y="1498945"/>
                </a:cubicBezTo>
                <a:cubicBezTo>
                  <a:pt x="2805617" y="1801051"/>
                  <a:pt x="2574378" y="2049153"/>
                  <a:pt x="2279216" y="2075622"/>
                </a:cubicBezTo>
                <a:lnTo>
                  <a:pt x="2279216" y="2078296"/>
                </a:lnTo>
                <a:lnTo>
                  <a:pt x="2226267" y="2078296"/>
                </a:lnTo>
                <a:lnTo>
                  <a:pt x="646561" y="2078296"/>
                </a:lnTo>
                <a:lnTo>
                  <a:pt x="646561" y="2073975"/>
                </a:lnTo>
                <a:cubicBezTo>
                  <a:pt x="624550" y="2076984"/>
                  <a:pt x="602103" y="2078296"/>
                  <a:pt x="579350" y="2078296"/>
                </a:cubicBezTo>
                <a:cubicBezTo>
                  <a:pt x="259386" y="2078296"/>
                  <a:pt x="0" y="1818910"/>
                  <a:pt x="0" y="1498945"/>
                </a:cubicBezTo>
                <a:cubicBezTo>
                  <a:pt x="0" y="1178981"/>
                  <a:pt x="259386" y="919594"/>
                  <a:pt x="579350" y="919594"/>
                </a:cubicBezTo>
                <a:lnTo>
                  <a:pt x="591118" y="921972"/>
                </a:lnTo>
                <a:cubicBezTo>
                  <a:pt x="622324" y="641639"/>
                  <a:pt x="862826" y="427959"/>
                  <a:pt x="1153236" y="427959"/>
                </a:cubicBezTo>
                <a:close/>
                <a:moveTo>
                  <a:pt x="1844671" y="0"/>
                </a:moveTo>
                <a:cubicBezTo>
                  <a:pt x="2007709" y="0"/>
                  <a:pt x="2151917" y="80629"/>
                  <a:pt x="2232398" y="209295"/>
                </a:cubicBezTo>
                <a:cubicBezTo>
                  <a:pt x="2283102" y="162988"/>
                  <a:pt x="2350992" y="137703"/>
                  <a:pt x="2424790" y="137703"/>
                </a:cubicBezTo>
                <a:cubicBezTo>
                  <a:pt x="2585064" y="137703"/>
                  <a:pt x="2717483" y="256969"/>
                  <a:pt x="2732554" y="412337"/>
                </a:cubicBezTo>
                <a:cubicBezTo>
                  <a:pt x="2735322" y="410671"/>
                  <a:pt x="2738125" y="410646"/>
                  <a:pt x="2740934" y="410646"/>
                </a:cubicBezTo>
                <a:cubicBezTo>
                  <a:pt x="3008189" y="410646"/>
                  <a:pt x="3224845" y="627302"/>
                  <a:pt x="3224845" y="894557"/>
                </a:cubicBezTo>
                <a:cubicBezTo>
                  <a:pt x="3224845" y="1096996"/>
                  <a:pt x="3100535" y="1270403"/>
                  <a:pt x="2923312" y="1340619"/>
                </a:cubicBezTo>
                <a:cubicBezTo>
                  <a:pt x="2866347" y="1049229"/>
                  <a:pt x="2609521" y="829523"/>
                  <a:pt x="2301383" y="829523"/>
                </a:cubicBezTo>
                <a:cubicBezTo>
                  <a:pt x="2297701" y="829523"/>
                  <a:pt x="2294026" y="829557"/>
                  <a:pt x="2290397" y="831741"/>
                </a:cubicBezTo>
                <a:cubicBezTo>
                  <a:pt x="2270640" y="628070"/>
                  <a:pt x="2097054" y="471725"/>
                  <a:pt x="1886953" y="471725"/>
                </a:cubicBezTo>
                <a:cubicBezTo>
                  <a:pt x="1790211" y="471725"/>
                  <a:pt x="1701214" y="504871"/>
                  <a:pt x="1634747" y="565575"/>
                </a:cubicBezTo>
                <a:cubicBezTo>
                  <a:pt x="1575570" y="470966"/>
                  <a:pt x="1490108" y="396171"/>
                  <a:pt x="1388252" y="349790"/>
                </a:cubicBezTo>
                <a:cubicBezTo>
                  <a:pt x="1438607" y="147092"/>
                  <a:pt x="1624461" y="0"/>
                  <a:pt x="1844671"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7" name="Google Shape;267;p37"/>
          <p:cNvSpPr/>
          <p:nvPr/>
        </p:nvSpPr>
        <p:spPr>
          <a:xfrm>
            <a:off x="9228897" y="2993549"/>
            <a:ext cx="307434" cy="311440"/>
          </a:xfrm>
          <a:custGeom>
            <a:avLst/>
            <a:gdLst/>
            <a:ahLst/>
            <a:cxnLst/>
            <a:rect l="l" t="t" r="r" b="b"/>
            <a:pathLst>
              <a:path w="3240076" h="3196551" extrusionOk="0">
                <a:moveTo>
                  <a:pt x="2810300" y="1617710"/>
                </a:moveTo>
                <a:cubicBezTo>
                  <a:pt x="2817009" y="1615912"/>
                  <a:pt x="2824405" y="1616674"/>
                  <a:pt x="2830895" y="1620421"/>
                </a:cubicBezTo>
                <a:lnTo>
                  <a:pt x="3150571" y="1804986"/>
                </a:lnTo>
                <a:cubicBezTo>
                  <a:pt x="3163552" y="1812480"/>
                  <a:pt x="3168000" y="1829080"/>
                  <a:pt x="3160506" y="1842062"/>
                </a:cubicBezTo>
                <a:lnTo>
                  <a:pt x="3106222" y="1936084"/>
                </a:lnTo>
                <a:cubicBezTo>
                  <a:pt x="3098727" y="1949065"/>
                  <a:pt x="3082128" y="1953513"/>
                  <a:pt x="3069146" y="1946019"/>
                </a:cubicBezTo>
                <a:lnTo>
                  <a:pt x="2749470" y="1761453"/>
                </a:lnTo>
                <a:cubicBezTo>
                  <a:pt x="2736489" y="1753959"/>
                  <a:pt x="2732040" y="1737359"/>
                  <a:pt x="2739536" y="1724378"/>
                </a:cubicBezTo>
                <a:lnTo>
                  <a:pt x="2793819" y="1630356"/>
                </a:lnTo>
                <a:cubicBezTo>
                  <a:pt x="2797567" y="1623864"/>
                  <a:pt x="2803590" y="1619508"/>
                  <a:pt x="2810300" y="1617710"/>
                </a:cubicBezTo>
                <a:close/>
                <a:moveTo>
                  <a:pt x="1308278" y="1324343"/>
                </a:moveTo>
                <a:cubicBezTo>
                  <a:pt x="1529714" y="1324343"/>
                  <a:pt x="1725574" y="1433852"/>
                  <a:pt x="1834882" y="1608603"/>
                </a:cubicBezTo>
                <a:cubicBezTo>
                  <a:pt x="1903747" y="1545710"/>
                  <a:pt x="1995954" y="1511368"/>
                  <a:pt x="2096186" y="1511368"/>
                </a:cubicBezTo>
                <a:cubicBezTo>
                  <a:pt x="2313867" y="1511368"/>
                  <a:pt x="2493715" y="1673353"/>
                  <a:pt x="2514185" y="1884371"/>
                </a:cubicBezTo>
                <a:cubicBezTo>
                  <a:pt x="2517944" y="1882108"/>
                  <a:pt x="2521751" y="1882074"/>
                  <a:pt x="2525567" y="1882074"/>
                </a:cubicBezTo>
                <a:cubicBezTo>
                  <a:pt x="2888547" y="1882074"/>
                  <a:pt x="3182805" y="2176332"/>
                  <a:pt x="3182805" y="2539312"/>
                </a:cubicBezTo>
                <a:cubicBezTo>
                  <a:pt x="3182805" y="2882034"/>
                  <a:pt x="2920478" y="3163490"/>
                  <a:pt x="2585635" y="3193518"/>
                </a:cubicBezTo>
                <a:lnTo>
                  <a:pt x="2585635" y="3196551"/>
                </a:lnTo>
                <a:lnTo>
                  <a:pt x="2525567" y="3196551"/>
                </a:lnTo>
                <a:lnTo>
                  <a:pt x="733485" y="3196551"/>
                </a:lnTo>
                <a:lnTo>
                  <a:pt x="733485" y="3191649"/>
                </a:lnTo>
                <a:cubicBezTo>
                  <a:pt x="708515" y="3195063"/>
                  <a:pt x="683050" y="3196551"/>
                  <a:pt x="657239" y="3196551"/>
                </a:cubicBezTo>
                <a:cubicBezTo>
                  <a:pt x="294258" y="3196551"/>
                  <a:pt x="0" y="2902293"/>
                  <a:pt x="0" y="2539312"/>
                </a:cubicBezTo>
                <a:cubicBezTo>
                  <a:pt x="0" y="2176332"/>
                  <a:pt x="294258" y="1882074"/>
                  <a:pt x="657239" y="1882074"/>
                </a:cubicBezTo>
                <a:lnTo>
                  <a:pt x="670588" y="1884770"/>
                </a:lnTo>
                <a:cubicBezTo>
                  <a:pt x="705989" y="1566750"/>
                  <a:pt x="978825" y="1324343"/>
                  <a:pt x="1308278" y="1324343"/>
                </a:cubicBezTo>
                <a:close/>
                <a:moveTo>
                  <a:pt x="3166512" y="731828"/>
                </a:moveTo>
                <a:cubicBezTo>
                  <a:pt x="3180598" y="726701"/>
                  <a:pt x="3196172" y="733964"/>
                  <a:pt x="3201300" y="748050"/>
                </a:cubicBezTo>
                <a:lnTo>
                  <a:pt x="3238432" y="850070"/>
                </a:lnTo>
                <a:cubicBezTo>
                  <a:pt x="3243559" y="864156"/>
                  <a:pt x="3236295" y="879731"/>
                  <a:pt x="3222210" y="884857"/>
                </a:cubicBezTo>
                <a:lnTo>
                  <a:pt x="2875342" y="1011107"/>
                </a:lnTo>
                <a:cubicBezTo>
                  <a:pt x="2861256" y="1016234"/>
                  <a:pt x="2845680" y="1008972"/>
                  <a:pt x="2840554" y="994886"/>
                </a:cubicBezTo>
                <a:lnTo>
                  <a:pt x="2803421" y="892866"/>
                </a:lnTo>
                <a:cubicBezTo>
                  <a:pt x="2798295" y="878780"/>
                  <a:pt x="2805558" y="863204"/>
                  <a:pt x="2819643" y="858077"/>
                </a:cubicBezTo>
                <a:close/>
                <a:moveTo>
                  <a:pt x="773619" y="731828"/>
                </a:moveTo>
                <a:lnTo>
                  <a:pt x="1120487" y="858077"/>
                </a:lnTo>
                <a:cubicBezTo>
                  <a:pt x="1134573" y="863204"/>
                  <a:pt x="1141836" y="878780"/>
                  <a:pt x="1136709" y="892866"/>
                </a:cubicBezTo>
                <a:lnTo>
                  <a:pt x="1099577" y="994886"/>
                </a:lnTo>
                <a:cubicBezTo>
                  <a:pt x="1094450" y="1008972"/>
                  <a:pt x="1078875" y="1016234"/>
                  <a:pt x="1064789" y="1011107"/>
                </a:cubicBezTo>
                <a:lnTo>
                  <a:pt x="717921" y="884857"/>
                </a:lnTo>
                <a:cubicBezTo>
                  <a:pt x="703835" y="879731"/>
                  <a:pt x="696572" y="864156"/>
                  <a:pt x="701699" y="850070"/>
                </a:cubicBezTo>
                <a:lnTo>
                  <a:pt x="738831" y="748050"/>
                </a:lnTo>
                <a:cubicBezTo>
                  <a:pt x="743958" y="733964"/>
                  <a:pt x="759534" y="726701"/>
                  <a:pt x="773619" y="731828"/>
                </a:cubicBezTo>
                <a:close/>
                <a:moveTo>
                  <a:pt x="1970065" y="524905"/>
                </a:moveTo>
                <a:cubicBezTo>
                  <a:pt x="2386791" y="524905"/>
                  <a:pt x="2724614" y="862728"/>
                  <a:pt x="2724614" y="1279453"/>
                </a:cubicBezTo>
                <a:cubicBezTo>
                  <a:pt x="2724614" y="1453368"/>
                  <a:pt x="2665775" y="1613540"/>
                  <a:pt x="2564463" y="1739247"/>
                </a:cubicBezTo>
                <a:cubicBezTo>
                  <a:pt x="2529951" y="1545877"/>
                  <a:pt x="2358485" y="1402176"/>
                  <a:pt x="2153457" y="1402176"/>
                </a:cubicBezTo>
                <a:cubicBezTo>
                  <a:pt x="2053225" y="1402176"/>
                  <a:pt x="1961018" y="1436518"/>
                  <a:pt x="1892153" y="1499411"/>
                </a:cubicBezTo>
                <a:cubicBezTo>
                  <a:pt x="1782845" y="1324660"/>
                  <a:pt x="1586985" y="1215151"/>
                  <a:pt x="1365549" y="1215151"/>
                </a:cubicBezTo>
                <a:cubicBezTo>
                  <a:pt x="1314582" y="1215151"/>
                  <a:pt x="1264970" y="1220953"/>
                  <a:pt x="1217820" y="1233835"/>
                </a:cubicBezTo>
                <a:cubicBezTo>
                  <a:pt x="1240489" y="838320"/>
                  <a:pt x="1568676" y="524905"/>
                  <a:pt x="1970065" y="524905"/>
                </a:cubicBezTo>
                <a:close/>
                <a:moveTo>
                  <a:pt x="2490093" y="928"/>
                </a:moveTo>
                <a:cubicBezTo>
                  <a:pt x="2496802" y="-869"/>
                  <a:pt x="2504197" y="-108"/>
                  <a:pt x="2510688" y="3640"/>
                </a:cubicBezTo>
                <a:lnTo>
                  <a:pt x="2604711" y="57924"/>
                </a:lnTo>
                <a:cubicBezTo>
                  <a:pt x="2617692" y="65419"/>
                  <a:pt x="2622140" y="82019"/>
                  <a:pt x="2614644" y="95000"/>
                </a:cubicBezTo>
                <a:lnTo>
                  <a:pt x="2430080" y="414676"/>
                </a:lnTo>
                <a:cubicBezTo>
                  <a:pt x="2422585" y="427657"/>
                  <a:pt x="2405985" y="432105"/>
                  <a:pt x="2393004" y="424610"/>
                </a:cubicBezTo>
                <a:lnTo>
                  <a:pt x="2298982" y="370326"/>
                </a:lnTo>
                <a:cubicBezTo>
                  <a:pt x="2286000" y="362831"/>
                  <a:pt x="2281552" y="346232"/>
                  <a:pt x="2289048" y="333250"/>
                </a:cubicBezTo>
                <a:lnTo>
                  <a:pt x="2473612" y="13574"/>
                </a:lnTo>
                <a:cubicBezTo>
                  <a:pt x="2477359" y="7084"/>
                  <a:pt x="2483383" y="2726"/>
                  <a:pt x="2490093" y="928"/>
                </a:cubicBezTo>
                <a:close/>
                <a:moveTo>
                  <a:pt x="1450038" y="928"/>
                </a:moveTo>
                <a:cubicBezTo>
                  <a:pt x="1456747" y="2726"/>
                  <a:pt x="1462771" y="7084"/>
                  <a:pt x="1466519" y="13574"/>
                </a:cubicBezTo>
                <a:lnTo>
                  <a:pt x="1651083" y="333250"/>
                </a:lnTo>
                <a:cubicBezTo>
                  <a:pt x="1658578" y="346232"/>
                  <a:pt x="1654131" y="362831"/>
                  <a:pt x="1641149" y="370326"/>
                </a:cubicBezTo>
                <a:lnTo>
                  <a:pt x="1547127" y="424610"/>
                </a:lnTo>
                <a:cubicBezTo>
                  <a:pt x="1534145" y="432105"/>
                  <a:pt x="1517546" y="427657"/>
                  <a:pt x="1510050" y="414676"/>
                </a:cubicBezTo>
                <a:lnTo>
                  <a:pt x="1325486" y="95000"/>
                </a:lnTo>
                <a:cubicBezTo>
                  <a:pt x="1317991" y="82019"/>
                  <a:pt x="1322439" y="65419"/>
                  <a:pt x="1335420" y="57924"/>
                </a:cubicBezTo>
                <a:lnTo>
                  <a:pt x="1429442" y="3640"/>
                </a:lnTo>
                <a:cubicBezTo>
                  <a:pt x="1435933" y="-108"/>
                  <a:pt x="1443328" y="-869"/>
                  <a:pt x="1450038" y="928"/>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8" name="Google Shape;268;p37"/>
          <p:cNvSpPr/>
          <p:nvPr/>
        </p:nvSpPr>
        <p:spPr>
          <a:xfrm rot="-2700000">
            <a:off x="8309244" y="3018319"/>
            <a:ext cx="251112" cy="261899"/>
          </a:xfrm>
          <a:custGeom>
            <a:avLst/>
            <a:gdLst/>
            <a:ahLst/>
            <a:cxnLst/>
            <a:rect l="l" t="t" r="r" b="b"/>
            <a:pathLst>
              <a:path w="2646489" h="2688071" extrusionOk="0">
                <a:moveTo>
                  <a:pt x="306023" y="2382048"/>
                </a:moveTo>
                <a:cubicBezTo>
                  <a:pt x="271732" y="2441625"/>
                  <a:pt x="254586" y="2501201"/>
                  <a:pt x="254586" y="2560778"/>
                </a:cubicBezTo>
                <a:cubicBezTo>
                  <a:pt x="254586" y="2631080"/>
                  <a:pt x="197595" y="2688071"/>
                  <a:pt x="127293" y="2688071"/>
                </a:cubicBezTo>
                <a:cubicBezTo>
                  <a:pt x="56991" y="2688071"/>
                  <a:pt x="0" y="2631081"/>
                  <a:pt x="0" y="2560778"/>
                </a:cubicBezTo>
                <a:cubicBezTo>
                  <a:pt x="0" y="2490477"/>
                  <a:pt x="56991" y="2433485"/>
                  <a:pt x="127293" y="2433485"/>
                </a:cubicBezTo>
                <a:cubicBezTo>
                  <a:pt x="186870" y="2433486"/>
                  <a:pt x="246446" y="2416340"/>
                  <a:pt x="306023" y="2382048"/>
                </a:cubicBezTo>
                <a:close/>
                <a:moveTo>
                  <a:pt x="812224" y="2334103"/>
                </a:moveTo>
                <a:cubicBezTo>
                  <a:pt x="777933" y="2393681"/>
                  <a:pt x="760787" y="2453256"/>
                  <a:pt x="760787" y="2512834"/>
                </a:cubicBezTo>
                <a:cubicBezTo>
                  <a:pt x="760787" y="2583136"/>
                  <a:pt x="703796" y="2640127"/>
                  <a:pt x="633494" y="2640127"/>
                </a:cubicBezTo>
                <a:cubicBezTo>
                  <a:pt x="563192" y="2640127"/>
                  <a:pt x="506201" y="2583136"/>
                  <a:pt x="506201" y="2512834"/>
                </a:cubicBezTo>
                <a:cubicBezTo>
                  <a:pt x="506201" y="2442532"/>
                  <a:pt x="563192" y="2385541"/>
                  <a:pt x="633494" y="2385541"/>
                </a:cubicBezTo>
                <a:cubicBezTo>
                  <a:pt x="693071" y="2385540"/>
                  <a:pt x="752647" y="2368395"/>
                  <a:pt x="812224" y="2334103"/>
                </a:cubicBezTo>
                <a:close/>
                <a:moveTo>
                  <a:pt x="353968" y="1875848"/>
                </a:moveTo>
                <a:cubicBezTo>
                  <a:pt x="319677" y="1935424"/>
                  <a:pt x="302531" y="1995001"/>
                  <a:pt x="302530" y="2054578"/>
                </a:cubicBezTo>
                <a:cubicBezTo>
                  <a:pt x="302530" y="2124880"/>
                  <a:pt x="245539" y="2181871"/>
                  <a:pt x="175237" y="2181871"/>
                </a:cubicBezTo>
                <a:cubicBezTo>
                  <a:pt x="104935" y="2181871"/>
                  <a:pt x="47945" y="2124880"/>
                  <a:pt x="47944" y="2054578"/>
                </a:cubicBezTo>
                <a:cubicBezTo>
                  <a:pt x="47944" y="1984276"/>
                  <a:pt x="104935" y="1927285"/>
                  <a:pt x="175237" y="1927285"/>
                </a:cubicBezTo>
                <a:cubicBezTo>
                  <a:pt x="234815" y="1927285"/>
                  <a:pt x="294391" y="1910139"/>
                  <a:pt x="353968" y="1875848"/>
                </a:cubicBezTo>
                <a:close/>
                <a:moveTo>
                  <a:pt x="401912" y="1369646"/>
                </a:moveTo>
                <a:cubicBezTo>
                  <a:pt x="367621" y="1429223"/>
                  <a:pt x="350475" y="1488799"/>
                  <a:pt x="350475" y="1548377"/>
                </a:cubicBezTo>
                <a:cubicBezTo>
                  <a:pt x="350475" y="1618679"/>
                  <a:pt x="293484" y="1675670"/>
                  <a:pt x="223182" y="1675670"/>
                </a:cubicBezTo>
                <a:cubicBezTo>
                  <a:pt x="152880" y="1675670"/>
                  <a:pt x="95889" y="1618679"/>
                  <a:pt x="95889" y="1548377"/>
                </a:cubicBezTo>
                <a:cubicBezTo>
                  <a:pt x="95889" y="1478075"/>
                  <a:pt x="152880" y="1421084"/>
                  <a:pt x="223182" y="1421084"/>
                </a:cubicBezTo>
                <a:cubicBezTo>
                  <a:pt x="282759" y="1421084"/>
                  <a:pt x="342335" y="1403938"/>
                  <a:pt x="401912" y="1369646"/>
                </a:cubicBezTo>
                <a:close/>
                <a:moveTo>
                  <a:pt x="1318425" y="2286158"/>
                </a:moveTo>
                <a:cubicBezTo>
                  <a:pt x="1284134" y="2345735"/>
                  <a:pt x="1266988" y="2405312"/>
                  <a:pt x="1266987" y="2464888"/>
                </a:cubicBezTo>
                <a:cubicBezTo>
                  <a:pt x="1266987" y="2535190"/>
                  <a:pt x="1209996" y="2592182"/>
                  <a:pt x="1139694" y="2592182"/>
                </a:cubicBezTo>
                <a:cubicBezTo>
                  <a:pt x="1069392" y="2592182"/>
                  <a:pt x="1012402" y="2535191"/>
                  <a:pt x="1012401" y="2464888"/>
                </a:cubicBezTo>
                <a:cubicBezTo>
                  <a:pt x="1012401" y="2394586"/>
                  <a:pt x="1069392" y="2337595"/>
                  <a:pt x="1139694" y="2337595"/>
                </a:cubicBezTo>
                <a:cubicBezTo>
                  <a:pt x="1199271" y="2337596"/>
                  <a:pt x="1258848" y="2320449"/>
                  <a:pt x="1318425" y="2286158"/>
                </a:cubicBezTo>
                <a:close/>
                <a:moveTo>
                  <a:pt x="860169" y="1827902"/>
                </a:moveTo>
                <a:cubicBezTo>
                  <a:pt x="825878" y="1887479"/>
                  <a:pt x="808731" y="1947056"/>
                  <a:pt x="808731" y="2006633"/>
                </a:cubicBezTo>
                <a:cubicBezTo>
                  <a:pt x="808731" y="2076935"/>
                  <a:pt x="751740" y="2133926"/>
                  <a:pt x="681438" y="2133926"/>
                </a:cubicBezTo>
                <a:cubicBezTo>
                  <a:pt x="611136" y="2133926"/>
                  <a:pt x="554146" y="2076935"/>
                  <a:pt x="554145" y="2006633"/>
                </a:cubicBezTo>
                <a:cubicBezTo>
                  <a:pt x="554145" y="1936331"/>
                  <a:pt x="611136" y="1879340"/>
                  <a:pt x="681438" y="1879340"/>
                </a:cubicBezTo>
                <a:cubicBezTo>
                  <a:pt x="741015" y="1879340"/>
                  <a:pt x="800591" y="1862193"/>
                  <a:pt x="860169" y="1827902"/>
                </a:cubicBezTo>
                <a:close/>
                <a:moveTo>
                  <a:pt x="2096803" y="190871"/>
                </a:moveTo>
                <a:cubicBezTo>
                  <a:pt x="2253382" y="347450"/>
                  <a:pt x="2314442" y="563378"/>
                  <a:pt x="2268166" y="764238"/>
                </a:cubicBezTo>
                <a:cubicBezTo>
                  <a:pt x="2361334" y="768461"/>
                  <a:pt x="2450817" y="809378"/>
                  <a:pt x="2521691" y="880252"/>
                </a:cubicBezTo>
                <a:cubicBezTo>
                  <a:pt x="2675615" y="1034176"/>
                  <a:pt x="2688247" y="1275888"/>
                  <a:pt x="2553508" y="1439575"/>
                </a:cubicBezTo>
                <a:cubicBezTo>
                  <a:pt x="2557767" y="1440633"/>
                  <a:pt x="2560483" y="1443301"/>
                  <a:pt x="2563181" y="1445999"/>
                </a:cubicBezTo>
                <a:cubicBezTo>
                  <a:pt x="2819847" y="1702665"/>
                  <a:pt x="2819847" y="2118808"/>
                  <a:pt x="2563181" y="2375474"/>
                </a:cubicBezTo>
                <a:cubicBezTo>
                  <a:pt x="2320841" y="2617815"/>
                  <a:pt x="1936328" y="2631341"/>
                  <a:pt x="1678325" y="2415804"/>
                </a:cubicBezTo>
                <a:lnTo>
                  <a:pt x="1676180" y="2417949"/>
                </a:lnTo>
                <a:lnTo>
                  <a:pt x="1633705" y="2375475"/>
                </a:lnTo>
                <a:lnTo>
                  <a:pt x="366513" y="1108282"/>
                </a:lnTo>
                <a:lnTo>
                  <a:pt x="369979" y="1104815"/>
                </a:lnTo>
                <a:cubicBezTo>
                  <a:pt x="349908" y="1089573"/>
                  <a:pt x="330850" y="1072619"/>
                  <a:pt x="312598" y="1054367"/>
                </a:cubicBezTo>
                <a:cubicBezTo>
                  <a:pt x="55932" y="797701"/>
                  <a:pt x="55932" y="381558"/>
                  <a:pt x="312598" y="124891"/>
                </a:cubicBezTo>
                <a:cubicBezTo>
                  <a:pt x="569264" y="-131775"/>
                  <a:pt x="985408" y="-131775"/>
                  <a:pt x="1242074" y="124891"/>
                </a:cubicBezTo>
                <a:lnTo>
                  <a:pt x="1249606" y="136238"/>
                </a:lnTo>
                <a:cubicBezTo>
                  <a:pt x="1499513" y="-63604"/>
                  <a:pt x="1863845" y="-42087"/>
                  <a:pt x="2096803" y="19087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69" name="Google Shape;269;p37"/>
          <p:cNvSpPr/>
          <p:nvPr/>
        </p:nvSpPr>
        <p:spPr>
          <a:xfrm>
            <a:off x="9687193" y="2991433"/>
            <a:ext cx="305619" cy="315672"/>
          </a:xfrm>
          <a:custGeom>
            <a:avLst/>
            <a:gdLst/>
            <a:ahLst/>
            <a:cxnLst/>
            <a:rect l="l" t="t" r="r" b="b"/>
            <a:pathLst>
              <a:path w="3220951" h="3240001" extrusionOk="0">
                <a:moveTo>
                  <a:pt x="1308278" y="1367793"/>
                </a:moveTo>
                <a:cubicBezTo>
                  <a:pt x="1529714" y="1367793"/>
                  <a:pt x="1725574" y="1477302"/>
                  <a:pt x="1834882" y="1652053"/>
                </a:cubicBezTo>
                <a:cubicBezTo>
                  <a:pt x="1903747" y="1589160"/>
                  <a:pt x="1995954" y="1554818"/>
                  <a:pt x="2096186" y="1554818"/>
                </a:cubicBezTo>
                <a:cubicBezTo>
                  <a:pt x="2313867" y="1554818"/>
                  <a:pt x="2493715" y="1716803"/>
                  <a:pt x="2514185" y="1927821"/>
                </a:cubicBezTo>
                <a:cubicBezTo>
                  <a:pt x="2517944" y="1925558"/>
                  <a:pt x="2521751" y="1925524"/>
                  <a:pt x="2525567" y="1925524"/>
                </a:cubicBezTo>
                <a:cubicBezTo>
                  <a:pt x="2888547" y="1925524"/>
                  <a:pt x="3182805" y="2219782"/>
                  <a:pt x="3182805" y="2582762"/>
                </a:cubicBezTo>
                <a:cubicBezTo>
                  <a:pt x="3182805" y="2925484"/>
                  <a:pt x="2920478" y="3206940"/>
                  <a:pt x="2585635" y="3236968"/>
                </a:cubicBezTo>
                <a:lnTo>
                  <a:pt x="2585635" y="3240001"/>
                </a:lnTo>
                <a:lnTo>
                  <a:pt x="2525567" y="3240001"/>
                </a:lnTo>
                <a:lnTo>
                  <a:pt x="733485" y="3240001"/>
                </a:lnTo>
                <a:lnTo>
                  <a:pt x="733485" y="3235099"/>
                </a:lnTo>
                <a:cubicBezTo>
                  <a:pt x="708515" y="3238513"/>
                  <a:pt x="683051" y="3240001"/>
                  <a:pt x="657239" y="3240001"/>
                </a:cubicBezTo>
                <a:cubicBezTo>
                  <a:pt x="294258" y="3240001"/>
                  <a:pt x="0" y="2945743"/>
                  <a:pt x="0" y="2582762"/>
                </a:cubicBezTo>
                <a:cubicBezTo>
                  <a:pt x="0" y="2219782"/>
                  <a:pt x="294258" y="1925524"/>
                  <a:pt x="657239" y="1925524"/>
                </a:cubicBezTo>
                <a:lnTo>
                  <a:pt x="670588" y="1928221"/>
                </a:lnTo>
                <a:cubicBezTo>
                  <a:pt x="705989" y="1610200"/>
                  <a:pt x="978825" y="1367793"/>
                  <a:pt x="1308278" y="1367793"/>
                </a:cubicBezTo>
                <a:close/>
                <a:moveTo>
                  <a:pt x="1589786" y="0"/>
                </a:moveTo>
                <a:cubicBezTo>
                  <a:pt x="1520182" y="453314"/>
                  <a:pt x="1668069" y="912942"/>
                  <a:pt x="1988957" y="1240613"/>
                </a:cubicBezTo>
                <a:cubicBezTo>
                  <a:pt x="2309845" y="1568285"/>
                  <a:pt x="2766281" y="1725754"/>
                  <a:pt x="3220951" y="1665645"/>
                </a:cubicBezTo>
                <a:cubicBezTo>
                  <a:pt x="3108976" y="1775302"/>
                  <a:pt x="2980523" y="1857805"/>
                  <a:pt x="2843553" y="1912752"/>
                </a:cubicBezTo>
                <a:cubicBezTo>
                  <a:pt x="2756367" y="1866073"/>
                  <a:pt x="2656598" y="1841175"/>
                  <a:pt x="2551012" y="1841175"/>
                </a:cubicBezTo>
                <a:cubicBezTo>
                  <a:pt x="2547197" y="1841176"/>
                  <a:pt x="2543390" y="1841210"/>
                  <a:pt x="2539631" y="1843473"/>
                </a:cubicBezTo>
                <a:cubicBezTo>
                  <a:pt x="2519161" y="1632454"/>
                  <a:pt x="2339312" y="1470470"/>
                  <a:pt x="2121631" y="1470470"/>
                </a:cubicBezTo>
                <a:cubicBezTo>
                  <a:pt x="2021400" y="1470470"/>
                  <a:pt x="1929192" y="1504812"/>
                  <a:pt x="1860327" y="1567705"/>
                </a:cubicBezTo>
                <a:cubicBezTo>
                  <a:pt x="1751020" y="1392954"/>
                  <a:pt x="1555160" y="1283445"/>
                  <a:pt x="1333723" y="1283445"/>
                </a:cubicBezTo>
                <a:lnTo>
                  <a:pt x="1331160" y="1283679"/>
                </a:lnTo>
                <a:cubicBezTo>
                  <a:pt x="1150898" y="856385"/>
                  <a:pt x="1238290" y="344219"/>
                  <a:pt x="1589786"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0" name="Google Shape;270;p37"/>
          <p:cNvSpPr/>
          <p:nvPr/>
        </p:nvSpPr>
        <p:spPr>
          <a:xfrm>
            <a:off x="7912009" y="705407"/>
            <a:ext cx="133234" cy="360318"/>
          </a:xfrm>
          <a:custGeom>
            <a:avLst/>
            <a:gdLst/>
            <a:ahLst/>
            <a:cxnLst/>
            <a:rect l="l" t="t" r="r" b="b"/>
            <a:pathLst>
              <a:path w="1489775" h="3923699" extrusionOk="0">
                <a:moveTo>
                  <a:pt x="280204" y="750754"/>
                </a:moveTo>
                <a:lnTo>
                  <a:pt x="1209570" y="750754"/>
                </a:lnTo>
                <a:cubicBezTo>
                  <a:pt x="1364322" y="750754"/>
                  <a:pt x="1489774" y="876206"/>
                  <a:pt x="1489774" y="1030958"/>
                </a:cubicBezTo>
                <a:lnTo>
                  <a:pt x="1489774" y="1293518"/>
                </a:lnTo>
                <a:lnTo>
                  <a:pt x="1489775" y="1293518"/>
                </a:lnTo>
                <a:lnTo>
                  <a:pt x="1489775" y="2063902"/>
                </a:lnTo>
                <a:cubicBezTo>
                  <a:pt x="1489775" y="2143440"/>
                  <a:pt x="1425297" y="2207918"/>
                  <a:pt x="1345759" y="2207918"/>
                </a:cubicBezTo>
                <a:cubicBezTo>
                  <a:pt x="1266221" y="2207918"/>
                  <a:pt x="1201743" y="2143440"/>
                  <a:pt x="1201743" y="2063902"/>
                </a:cubicBezTo>
                <a:lnTo>
                  <a:pt x="1201743" y="1390678"/>
                </a:lnTo>
                <a:lnTo>
                  <a:pt x="1158887" y="1390678"/>
                </a:lnTo>
                <a:cubicBezTo>
                  <a:pt x="1156542" y="2175018"/>
                  <a:pt x="1154198" y="2959359"/>
                  <a:pt x="1151853" y="3743699"/>
                </a:cubicBezTo>
                <a:cubicBezTo>
                  <a:pt x="1151853" y="3843110"/>
                  <a:pt x="1071264" y="3923699"/>
                  <a:pt x="971853" y="3923699"/>
                </a:cubicBezTo>
                <a:cubicBezTo>
                  <a:pt x="872442" y="3923699"/>
                  <a:pt x="791853" y="3843110"/>
                  <a:pt x="791853" y="3743699"/>
                </a:cubicBezTo>
                <a:lnTo>
                  <a:pt x="791853" y="2305078"/>
                </a:lnTo>
                <a:lnTo>
                  <a:pt x="683854" y="2305078"/>
                </a:lnTo>
                <a:lnTo>
                  <a:pt x="683854" y="3743698"/>
                </a:lnTo>
                <a:cubicBezTo>
                  <a:pt x="683854" y="3843109"/>
                  <a:pt x="603265" y="3923698"/>
                  <a:pt x="503854" y="3923698"/>
                </a:cubicBezTo>
                <a:cubicBezTo>
                  <a:pt x="404443" y="3923698"/>
                  <a:pt x="323854" y="3843109"/>
                  <a:pt x="323854" y="3743698"/>
                </a:cubicBezTo>
                <a:cubicBezTo>
                  <a:pt x="326198" y="2959358"/>
                  <a:pt x="328543" y="2175018"/>
                  <a:pt x="330887" y="1390678"/>
                </a:cubicBezTo>
                <a:lnTo>
                  <a:pt x="288033" y="1390678"/>
                </a:lnTo>
                <a:lnTo>
                  <a:pt x="288033" y="2063902"/>
                </a:lnTo>
                <a:cubicBezTo>
                  <a:pt x="288033" y="2143440"/>
                  <a:pt x="223555" y="2207918"/>
                  <a:pt x="144017" y="2207918"/>
                </a:cubicBezTo>
                <a:cubicBezTo>
                  <a:pt x="64479" y="2207918"/>
                  <a:pt x="1" y="2143440"/>
                  <a:pt x="1" y="2063902"/>
                </a:cubicBezTo>
                <a:lnTo>
                  <a:pt x="1" y="1390678"/>
                </a:lnTo>
                <a:lnTo>
                  <a:pt x="0" y="1390678"/>
                </a:lnTo>
                <a:lnTo>
                  <a:pt x="0" y="1030958"/>
                </a:lnTo>
                <a:cubicBezTo>
                  <a:pt x="0" y="876206"/>
                  <a:pt x="125452" y="750754"/>
                  <a:pt x="280204" y="750754"/>
                </a:cubicBezTo>
                <a:close/>
                <a:moveTo>
                  <a:pt x="744888" y="0"/>
                </a:moveTo>
                <a:cubicBezTo>
                  <a:pt x="931180" y="0"/>
                  <a:pt x="1082199" y="151019"/>
                  <a:pt x="1082199" y="337311"/>
                </a:cubicBezTo>
                <a:cubicBezTo>
                  <a:pt x="1082199" y="523603"/>
                  <a:pt x="931180" y="674622"/>
                  <a:pt x="744888" y="674622"/>
                </a:cubicBezTo>
                <a:cubicBezTo>
                  <a:pt x="558596" y="674622"/>
                  <a:pt x="407577" y="523603"/>
                  <a:pt x="407577" y="337311"/>
                </a:cubicBezTo>
                <a:cubicBezTo>
                  <a:pt x="407577" y="151019"/>
                  <a:pt x="558596" y="0"/>
                  <a:pt x="744888"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271" name="Google Shape;271;p37"/>
          <p:cNvSpPr/>
          <p:nvPr/>
        </p:nvSpPr>
        <p:spPr>
          <a:xfrm rot="10800000">
            <a:off x="8223308" y="703743"/>
            <a:ext cx="166017" cy="363646"/>
          </a:xfrm>
          <a:custGeom>
            <a:avLst/>
            <a:gdLst/>
            <a:ahLst/>
            <a:cxnLst/>
            <a:rect l="l" t="t" r="r" b="b"/>
            <a:pathLst>
              <a:path w="1856332" h="3959924" extrusionOk="0">
                <a:moveTo>
                  <a:pt x="1228565" y="3214674"/>
                </a:moveTo>
                <a:lnTo>
                  <a:pt x="622681" y="3214674"/>
                </a:lnTo>
                <a:cubicBezTo>
                  <a:pt x="495703" y="3202920"/>
                  <a:pt x="501057" y="3225622"/>
                  <a:pt x="466697" y="3144149"/>
                </a:cubicBezTo>
                <a:lnTo>
                  <a:pt x="8303" y="1942070"/>
                </a:lnTo>
                <a:cubicBezTo>
                  <a:pt x="-16491" y="1877049"/>
                  <a:pt x="16118" y="1804239"/>
                  <a:pt x="81139" y="1779444"/>
                </a:cubicBezTo>
                <a:cubicBezTo>
                  <a:pt x="146160" y="1754650"/>
                  <a:pt x="218970" y="1787259"/>
                  <a:pt x="243764" y="1852280"/>
                </a:cubicBezTo>
                <a:lnTo>
                  <a:pt x="504770" y="2536736"/>
                </a:lnTo>
                <a:lnTo>
                  <a:pt x="555637" y="2536736"/>
                </a:lnTo>
                <a:lnTo>
                  <a:pt x="226299" y="1210417"/>
                </a:lnTo>
                <a:lnTo>
                  <a:pt x="551784" y="1210417"/>
                </a:lnTo>
                <a:lnTo>
                  <a:pt x="551784" y="168335"/>
                </a:lnTo>
                <a:cubicBezTo>
                  <a:pt x="551784" y="75366"/>
                  <a:pt x="627150" y="0"/>
                  <a:pt x="720119" y="0"/>
                </a:cubicBezTo>
                <a:cubicBezTo>
                  <a:pt x="813088" y="0"/>
                  <a:pt x="888454" y="75366"/>
                  <a:pt x="888454" y="168335"/>
                </a:cubicBezTo>
                <a:lnTo>
                  <a:pt x="888454" y="1210417"/>
                </a:lnTo>
                <a:lnTo>
                  <a:pt x="968040" y="1210417"/>
                </a:lnTo>
                <a:lnTo>
                  <a:pt x="968040" y="168335"/>
                </a:lnTo>
                <a:cubicBezTo>
                  <a:pt x="968040" y="75366"/>
                  <a:pt x="1043406" y="0"/>
                  <a:pt x="1136375" y="0"/>
                </a:cubicBezTo>
                <a:cubicBezTo>
                  <a:pt x="1229344" y="0"/>
                  <a:pt x="1304710" y="75366"/>
                  <a:pt x="1304710" y="168335"/>
                </a:cubicBezTo>
                <a:lnTo>
                  <a:pt x="1304710" y="1210417"/>
                </a:lnTo>
                <a:lnTo>
                  <a:pt x="1631589" y="1210417"/>
                </a:lnTo>
                <a:lnTo>
                  <a:pt x="1302251" y="2536736"/>
                </a:lnTo>
                <a:lnTo>
                  <a:pt x="1351562" y="2536736"/>
                </a:lnTo>
                <a:lnTo>
                  <a:pt x="1612568" y="1852280"/>
                </a:lnTo>
                <a:cubicBezTo>
                  <a:pt x="1637362" y="1787259"/>
                  <a:pt x="1710172" y="1754650"/>
                  <a:pt x="1775193" y="1779444"/>
                </a:cubicBezTo>
                <a:cubicBezTo>
                  <a:pt x="1840214" y="1804239"/>
                  <a:pt x="1872823" y="1877049"/>
                  <a:pt x="1848029" y="1942070"/>
                </a:cubicBezTo>
                <a:lnTo>
                  <a:pt x="1389635" y="3144149"/>
                </a:lnTo>
                <a:cubicBezTo>
                  <a:pt x="1348984" y="3225622"/>
                  <a:pt x="1356391" y="3202920"/>
                  <a:pt x="1228565" y="3214674"/>
                </a:cubicBezTo>
                <a:close/>
                <a:moveTo>
                  <a:pt x="925623" y="3959924"/>
                </a:moveTo>
                <a:cubicBezTo>
                  <a:pt x="746683" y="3959924"/>
                  <a:pt x="601623" y="3814864"/>
                  <a:pt x="601623" y="3635924"/>
                </a:cubicBezTo>
                <a:cubicBezTo>
                  <a:pt x="601623" y="3456984"/>
                  <a:pt x="746683" y="3311924"/>
                  <a:pt x="925623" y="3311924"/>
                </a:cubicBezTo>
                <a:cubicBezTo>
                  <a:pt x="1104563" y="3311924"/>
                  <a:pt x="1249623" y="3456984"/>
                  <a:pt x="1249623" y="3635924"/>
                </a:cubicBezTo>
                <a:cubicBezTo>
                  <a:pt x="1249623" y="3814864"/>
                  <a:pt x="1104563" y="3959924"/>
                  <a:pt x="925623" y="3959924"/>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272" name="Google Shape;272;p37"/>
          <p:cNvSpPr/>
          <p:nvPr/>
        </p:nvSpPr>
        <p:spPr>
          <a:xfrm>
            <a:off x="8567392" y="754210"/>
            <a:ext cx="269149" cy="284019"/>
          </a:xfrm>
          <a:custGeom>
            <a:avLst/>
            <a:gdLst/>
            <a:ahLst/>
            <a:cxnLst/>
            <a:rect l="l" t="t" r="r" b="b"/>
            <a:pathLst>
              <a:path w="356471" h="366339" extrusionOk="0">
                <a:moveTo>
                  <a:pt x="144025" y="123680"/>
                </a:moveTo>
                <a:cubicBezTo>
                  <a:pt x="89551" y="123680"/>
                  <a:pt x="45391" y="167840"/>
                  <a:pt x="45391" y="222314"/>
                </a:cubicBezTo>
                <a:cubicBezTo>
                  <a:pt x="45391" y="276788"/>
                  <a:pt x="89551" y="320948"/>
                  <a:pt x="144025" y="320948"/>
                </a:cubicBezTo>
                <a:cubicBezTo>
                  <a:pt x="198499" y="320948"/>
                  <a:pt x="242659" y="276788"/>
                  <a:pt x="242659" y="222314"/>
                </a:cubicBezTo>
                <a:cubicBezTo>
                  <a:pt x="242659" y="167840"/>
                  <a:pt x="198499" y="123680"/>
                  <a:pt x="144025" y="123680"/>
                </a:cubicBezTo>
                <a:close/>
                <a:moveTo>
                  <a:pt x="354808" y="0"/>
                </a:moveTo>
                <a:lnTo>
                  <a:pt x="356471" y="85288"/>
                </a:lnTo>
                <a:lnTo>
                  <a:pt x="334733" y="64382"/>
                </a:lnTo>
                <a:lnTo>
                  <a:pt x="260258" y="141819"/>
                </a:lnTo>
                <a:cubicBezTo>
                  <a:pt x="278587" y="163579"/>
                  <a:pt x="288050" y="191841"/>
                  <a:pt x="288050" y="222314"/>
                </a:cubicBezTo>
                <a:cubicBezTo>
                  <a:pt x="288050" y="301857"/>
                  <a:pt x="223568" y="366339"/>
                  <a:pt x="144025" y="366339"/>
                </a:cubicBezTo>
                <a:cubicBezTo>
                  <a:pt x="64482" y="366339"/>
                  <a:pt x="0" y="301857"/>
                  <a:pt x="0" y="222314"/>
                </a:cubicBezTo>
                <a:cubicBezTo>
                  <a:pt x="0" y="142771"/>
                  <a:pt x="64482" y="78289"/>
                  <a:pt x="144025" y="78289"/>
                </a:cubicBezTo>
                <a:cubicBezTo>
                  <a:pt x="170876" y="78289"/>
                  <a:pt x="196011" y="85637"/>
                  <a:pt x="216282" y="100527"/>
                </a:cubicBezTo>
                <a:lnTo>
                  <a:pt x="291257" y="22569"/>
                </a:lnTo>
                <a:lnTo>
                  <a:pt x="269519" y="1663"/>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3" name="Google Shape;273;p37"/>
          <p:cNvSpPr/>
          <p:nvPr/>
        </p:nvSpPr>
        <p:spPr>
          <a:xfrm>
            <a:off x="9032094" y="733488"/>
            <a:ext cx="282080" cy="296019"/>
          </a:xfrm>
          <a:custGeom>
            <a:avLst/>
            <a:gdLst/>
            <a:ahLst/>
            <a:cxnLst/>
            <a:rect l="l" t="t" r="r" b="b"/>
            <a:pathLst>
              <a:path w="373598" h="381817" extrusionOk="0">
                <a:moveTo>
                  <a:pt x="229573" y="45391"/>
                </a:moveTo>
                <a:cubicBezTo>
                  <a:pt x="175099" y="45391"/>
                  <a:pt x="130939" y="89551"/>
                  <a:pt x="130939" y="144025"/>
                </a:cubicBezTo>
                <a:cubicBezTo>
                  <a:pt x="130939" y="198499"/>
                  <a:pt x="175099" y="242659"/>
                  <a:pt x="229573" y="242659"/>
                </a:cubicBezTo>
                <a:cubicBezTo>
                  <a:pt x="284047" y="242659"/>
                  <a:pt x="328207" y="198499"/>
                  <a:pt x="328207" y="144025"/>
                </a:cubicBezTo>
                <a:cubicBezTo>
                  <a:pt x="328207" y="89551"/>
                  <a:pt x="284047" y="45391"/>
                  <a:pt x="229573" y="45391"/>
                </a:cubicBezTo>
                <a:close/>
                <a:moveTo>
                  <a:pt x="229573" y="0"/>
                </a:moveTo>
                <a:cubicBezTo>
                  <a:pt x="309116" y="0"/>
                  <a:pt x="373598" y="64482"/>
                  <a:pt x="373598" y="144025"/>
                </a:cubicBezTo>
                <a:cubicBezTo>
                  <a:pt x="373598" y="223568"/>
                  <a:pt x="309116" y="288050"/>
                  <a:pt x="229573" y="288050"/>
                </a:cubicBezTo>
                <a:cubicBezTo>
                  <a:pt x="202172" y="288050"/>
                  <a:pt x="176558" y="280398"/>
                  <a:pt x="156060" y="264966"/>
                </a:cubicBezTo>
                <a:lnTo>
                  <a:pt x="128993" y="292033"/>
                </a:lnTo>
                <a:lnTo>
                  <a:pt x="160228" y="323268"/>
                </a:lnTo>
                <a:cubicBezTo>
                  <a:pt x="171055" y="334095"/>
                  <a:pt x="171055" y="351650"/>
                  <a:pt x="160228" y="362477"/>
                </a:cubicBezTo>
                <a:cubicBezTo>
                  <a:pt x="149401" y="373304"/>
                  <a:pt x="131846" y="373304"/>
                  <a:pt x="121019" y="362477"/>
                </a:cubicBezTo>
                <a:lnTo>
                  <a:pt x="89784" y="331242"/>
                </a:lnTo>
                <a:lnTo>
                  <a:pt x="39209" y="381817"/>
                </a:lnTo>
                <a:cubicBezTo>
                  <a:pt x="28381" y="392644"/>
                  <a:pt x="10827" y="392644"/>
                  <a:pt x="0" y="381817"/>
                </a:cubicBezTo>
                <a:cubicBezTo>
                  <a:pt x="-10828" y="370989"/>
                  <a:pt x="-10828" y="353435"/>
                  <a:pt x="0" y="342608"/>
                </a:cubicBezTo>
                <a:lnTo>
                  <a:pt x="50575" y="292033"/>
                </a:lnTo>
                <a:lnTo>
                  <a:pt x="16166" y="257624"/>
                </a:lnTo>
                <a:cubicBezTo>
                  <a:pt x="5339" y="246797"/>
                  <a:pt x="5339" y="229242"/>
                  <a:pt x="16166" y="218415"/>
                </a:cubicBezTo>
                <a:cubicBezTo>
                  <a:pt x="26993" y="207588"/>
                  <a:pt x="44548" y="207588"/>
                  <a:pt x="55375" y="218415"/>
                </a:cubicBezTo>
                <a:lnTo>
                  <a:pt x="89784" y="252824"/>
                </a:lnTo>
                <a:lnTo>
                  <a:pt x="115252" y="227356"/>
                </a:lnTo>
                <a:cubicBezTo>
                  <a:pt x="95803" y="205073"/>
                  <a:pt x="85548" y="175747"/>
                  <a:pt x="85548" y="144025"/>
                </a:cubicBezTo>
                <a:cubicBezTo>
                  <a:pt x="85548" y="64482"/>
                  <a:pt x="150030" y="0"/>
                  <a:pt x="229573"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4" name="Google Shape;274;p37"/>
          <p:cNvSpPr/>
          <p:nvPr/>
        </p:nvSpPr>
        <p:spPr>
          <a:xfrm>
            <a:off x="9558191" y="1333796"/>
            <a:ext cx="269308" cy="273635"/>
          </a:xfrm>
          <a:custGeom>
            <a:avLst/>
            <a:gdLst/>
            <a:ahLst/>
            <a:cxnLst/>
            <a:rect l="l" t="t" r="r" b="b"/>
            <a:pathLst>
              <a:path w="3220460" h="3186731" extrusionOk="0">
                <a:moveTo>
                  <a:pt x="1762834" y="1282034"/>
                </a:moveTo>
                <a:lnTo>
                  <a:pt x="273698" y="2771171"/>
                </a:lnTo>
                <a:cubicBezTo>
                  <a:pt x="253145" y="2791724"/>
                  <a:pt x="253145" y="2825048"/>
                  <a:pt x="273698" y="2845601"/>
                </a:cubicBezTo>
                <a:cubicBezTo>
                  <a:pt x="294251" y="2866154"/>
                  <a:pt x="327575" y="2866154"/>
                  <a:pt x="348128" y="2845601"/>
                </a:cubicBezTo>
                <a:lnTo>
                  <a:pt x="1830131" y="1363598"/>
                </a:lnTo>
                <a:close/>
                <a:moveTo>
                  <a:pt x="2703218" y="237332"/>
                </a:moveTo>
                <a:cubicBezTo>
                  <a:pt x="2623680" y="237332"/>
                  <a:pt x="2559202" y="301810"/>
                  <a:pt x="2559202" y="381348"/>
                </a:cubicBezTo>
                <a:cubicBezTo>
                  <a:pt x="2559202" y="460886"/>
                  <a:pt x="2623680" y="525364"/>
                  <a:pt x="2703218" y="525364"/>
                </a:cubicBezTo>
                <a:cubicBezTo>
                  <a:pt x="2782756" y="525364"/>
                  <a:pt x="2847234" y="460886"/>
                  <a:pt x="2847234" y="381348"/>
                </a:cubicBezTo>
                <a:cubicBezTo>
                  <a:pt x="2847234" y="301810"/>
                  <a:pt x="2782756" y="237332"/>
                  <a:pt x="2703218" y="237332"/>
                </a:cubicBezTo>
                <a:close/>
                <a:moveTo>
                  <a:pt x="2413103" y="0"/>
                </a:moveTo>
                <a:cubicBezTo>
                  <a:pt x="2858994" y="0"/>
                  <a:pt x="3220460" y="361466"/>
                  <a:pt x="3220460" y="807357"/>
                </a:cubicBezTo>
                <a:cubicBezTo>
                  <a:pt x="3220460" y="1253248"/>
                  <a:pt x="2858994" y="1614714"/>
                  <a:pt x="2413103" y="1614714"/>
                </a:cubicBezTo>
                <a:cubicBezTo>
                  <a:pt x="2305542" y="1614714"/>
                  <a:pt x="2202893" y="1593680"/>
                  <a:pt x="2109223" y="1555067"/>
                </a:cubicBezTo>
                <a:lnTo>
                  <a:pt x="2191945" y="1637789"/>
                </a:lnTo>
                <a:cubicBezTo>
                  <a:pt x="2226856" y="1672699"/>
                  <a:pt x="2226855" y="1729300"/>
                  <a:pt x="2191945" y="1764210"/>
                </a:cubicBezTo>
                <a:lnTo>
                  <a:pt x="2045068" y="1911087"/>
                </a:lnTo>
                <a:cubicBezTo>
                  <a:pt x="2010158" y="1945998"/>
                  <a:pt x="1953557" y="1945998"/>
                  <a:pt x="1918647" y="1911087"/>
                </a:cubicBezTo>
                <a:lnTo>
                  <a:pt x="1799123" y="1791564"/>
                </a:lnTo>
                <a:lnTo>
                  <a:pt x="1749496" y="1841190"/>
                </a:lnTo>
                <a:lnTo>
                  <a:pt x="1832980" y="1924673"/>
                </a:lnTo>
                <a:lnTo>
                  <a:pt x="1761893" y="1995760"/>
                </a:lnTo>
                <a:lnTo>
                  <a:pt x="1678410" y="1912277"/>
                </a:lnTo>
                <a:lnTo>
                  <a:pt x="1650246" y="1940441"/>
                </a:lnTo>
                <a:lnTo>
                  <a:pt x="1735612" y="2025807"/>
                </a:lnTo>
                <a:lnTo>
                  <a:pt x="1573330" y="2188089"/>
                </a:lnTo>
                <a:lnTo>
                  <a:pt x="1487964" y="2102723"/>
                </a:lnTo>
                <a:lnTo>
                  <a:pt x="1451742" y="2138944"/>
                </a:lnTo>
                <a:lnTo>
                  <a:pt x="1537109" y="2224311"/>
                </a:lnTo>
                <a:lnTo>
                  <a:pt x="1374830" y="2386590"/>
                </a:lnTo>
                <a:lnTo>
                  <a:pt x="1289463" y="2301223"/>
                </a:lnTo>
                <a:lnTo>
                  <a:pt x="1225079" y="2365608"/>
                </a:lnTo>
                <a:lnTo>
                  <a:pt x="1310445" y="2450974"/>
                </a:lnTo>
                <a:lnTo>
                  <a:pt x="1239358" y="2522061"/>
                </a:lnTo>
                <a:lnTo>
                  <a:pt x="1153992" y="2436695"/>
                </a:lnTo>
                <a:lnTo>
                  <a:pt x="1104364" y="2486322"/>
                </a:lnTo>
                <a:lnTo>
                  <a:pt x="1189730" y="2571689"/>
                </a:lnTo>
                <a:lnTo>
                  <a:pt x="1034153" y="2727266"/>
                </a:lnTo>
                <a:lnTo>
                  <a:pt x="948787" y="2641900"/>
                </a:lnTo>
                <a:lnTo>
                  <a:pt x="905863" y="2684824"/>
                </a:lnTo>
                <a:lnTo>
                  <a:pt x="991230" y="2770191"/>
                </a:lnTo>
                <a:lnTo>
                  <a:pt x="842353" y="2919067"/>
                </a:lnTo>
                <a:lnTo>
                  <a:pt x="756986" y="2833700"/>
                </a:lnTo>
                <a:lnTo>
                  <a:pt x="692119" y="2898567"/>
                </a:lnTo>
                <a:lnTo>
                  <a:pt x="777486" y="2983934"/>
                </a:lnTo>
                <a:lnTo>
                  <a:pt x="628610" y="3132811"/>
                </a:lnTo>
                <a:lnTo>
                  <a:pt x="618557" y="3122757"/>
                </a:lnTo>
                <a:lnTo>
                  <a:pt x="622830" y="3134825"/>
                </a:lnTo>
                <a:lnTo>
                  <a:pt x="346551" y="3150831"/>
                </a:lnTo>
                <a:lnTo>
                  <a:pt x="0" y="3186731"/>
                </a:lnTo>
                <a:lnTo>
                  <a:pt x="51749" y="2750557"/>
                </a:lnTo>
                <a:lnTo>
                  <a:pt x="48979" y="2747788"/>
                </a:lnTo>
                <a:lnTo>
                  <a:pt x="52495" y="2744272"/>
                </a:lnTo>
                <a:lnTo>
                  <a:pt x="52938" y="2740533"/>
                </a:lnTo>
                <a:lnTo>
                  <a:pt x="54575" y="2742192"/>
                </a:lnTo>
                <a:lnTo>
                  <a:pt x="1671288" y="1125479"/>
                </a:lnTo>
                <a:cubicBezTo>
                  <a:pt x="1628971" y="1027979"/>
                  <a:pt x="1605746" y="920380"/>
                  <a:pt x="1605746" y="807357"/>
                </a:cubicBezTo>
                <a:cubicBezTo>
                  <a:pt x="1605746" y="361466"/>
                  <a:pt x="1967212" y="0"/>
                  <a:pt x="2413103"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5" name="Google Shape;275;p37"/>
          <p:cNvSpPr/>
          <p:nvPr/>
        </p:nvSpPr>
        <p:spPr>
          <a:xfrm>
            <a:off x="8243934" y="1333185"/>
            <a:ext cx="185282" cy="274857"/>
          </a:xfrm>
          <a:custGeom>
            <a:avLst/>
            <a:gdLst/>
            <a:ahLst/>
            <a:cxnLst/>
            <a:rect l="l" t="t" r="r" b="b"/>
            <a:pathLst>
              <a:path w="2215656" h="3200962" extrusionOk="0">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6" name="Google Shape;276;p37"/>
          <p:cNvSpPr/>
          <p:nvPr/>
        </p:nvSpPr>
        <p:spPr>
          <a:xfrm>
            <a:off x="10008996" y="1333185"/>
            <a:ext cx="241738" cy="274857"/>
          </a:xfrm>
          <a:custGeom>
            <a:avLst/>
            <a:gdLst/>
            <a:ahLst/>
            <a:cxnLst/>
            <a:rect l="l" t="t" r="r" b="b"/>
            <a:pathLst>
              <a:path w="2890784" h="3200962" extrusionOk="0">
                <a:moveTo>
                  <a:pt x="1107828" y="2097026"/>
                </a:moveTo>
                <a:cubicBezTo>
                  <a:pt x="1025313" y="2097026"/>
                  <a:pt x="958422" y="2163918"/>
                  <a:pt x="958422" y="2246432"/>
                </a:cubicBezTo>
                <a:cubicBezTo>
                  <a:pt x="958422" y="2302715"/>
                  <a:pt x="989545" y="2351730"/>
                  <a:pt x="1036589" y="2375275"/>
                </a:cubicBezTo>
                <a:lnTo>
                  <a:pt x="985421" y="2684898"/>
                </a:lnTo>
                <a:lnTo>
                  <a:pt x="1230235" y="2684898"/>
                </a:lnTo>
                <a:lnTo>
                  <a:pt x="1179067" y="2375275"/>
                </a:lnTo>
                <a:cubicBezTo>
                  <a:pt x="1226111" y="2351730"/>
                  <a:pt x="1257233" y="2302715"/>
                  <a:pt x="1257233" y="2246432"/>
                </a:cubicBezTo>
                <a:cubicBezTo>
                  <a:pt x="1257233" y="2163918"/>
                  <a:pt x="1190342" y="2097026"/>
                  <a:pt x="1107828" y="2097026"/>
                </a:cubicBezTo>
                <a:close/>
                <a:moveTo>
                  <a:pt x="2199259" y="56"/>
                </a:moveTo>
                <a:cubicBezTo>
                  <a:pt x="2572924" y="-4720"/>
                  <a:pt x="2881009" y="291773"/>
                  <a:pt x="2890561" y="665346"/>
                </a:cubicBezTo>
                <a:lnTo>
                  <a:pt x="2843000" y="666562"/>
                </a:lnTo>
                <a:lnTo>
                  <a:pt x="2890784" y="666562"/>
                </a:lnTo>
                <a:lnTo>
                  <a:pt x="2890784" y="1580962"/>
                </a:lnTo>
                <a:lnTo>
                  <a:pt x="2625345" y="1580962"/>
                </a:lnTo>
                <a:lnTo>
                  <a:pt x="2625345" y="672127"/>
                </a:lnTo>
                <a:lnTo>
                  <a:pt x="2623811" y="672166"/>
                </a:lnTo>
                <a:cubicBezTo>
                  <a:pt x="2617992" y="444585"/>
                  <a:pt x="2430306" y="263961"/>
                  <a:pt x="2202670" y="266871"/>
                </a:cubicBezTo>
                <a:cubicBezTo>
                  <a:pt x="1975033" y="269781"/>
                  <a:pt x="1792025" y="455143"/>
                  <a:pt x="1792025" y="682798"/>
                </a:cubicBezTo>
                <a:lnTo>
                  <a:pt x="1790626" y="682798"/>
                </a:lnTo>
                <a:lnTo>
                  <a:pt x="1790626"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1525187" y="1580962"/>
                </a:lnTo>
                <a:lnTo>
                  <a:pt x="1525187" y="676764"/>
                </a:lnTo>
                <a:lnTo>
                  <a:pt x="1525791" y="676764"/>
                </a:lnTo>
                <a:cubicBezTo>
                  <a:pt x="1528430" y="305830"/>
                  <a:pt x="1827609" y="4806"/>
                  <a:pt x="2199259" y="56"/>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7" name="Google Shape;277;p37"/>
          <p:cNvSpPr/>
          <p:nvPr/>
        </p:nvSpPr>
        <p:spPr>
          <a:xfrm>
            <a:off x="10920861" y="1331164"/>
            <a:ext cx="264909" cy="278899"/>
          </a:xfrm>
          <a:custGeom>
            <a:avLst/>
            <a:gdLst/>
            <a:ahLst/>
            <a:cxnLst/>
            <a:rect l="l" t="t" r="r" b="b"/>
            <a:pathLst>
              <a:path w="2296406" h="2354521" extrusionOk="0">
                <a:moveTo>
                  <a:pt x="2279640" y="1747818"/>
                </a:moveTo>
                <a:lnTo>
                  <a:pt x="1827546" y="1826304"/>
                </a:lnTo>
                <a:cubicBezTo>
                  <a:pt x="1873723" y="1907635"/>
                  <a:pt x="1985737" y="2047488"/>
                  <a:pt x="1955104" y="2095900"/>
                </a:cubicBezTo>
                <a:cubicBezTo>
                  <a:pt x="1897166" y="2139232"/>
                  <a:pt x="1773393" y="2006999"/>
                  <a:pt x="1682537" y="1962549"/>
                </a:cubicBezTo>
                <a:lnTo>
                  <a:pt x="1528613" y="2354521"/>
                </a:lnTo>
                <a:lnTo>
                  <a:pt x="1380482" y="2120816"/>
                </a:lnTo>
                <a:lnTo>
                  <a:pt x="1495542" y="1788127"/>
                </a:lnTo>
                <a:lnTo>
                  <a:pt x="909489" y="1225390"/>
                </a:lnTo>
                <a:lnTo>
                  <a:pt x="414951" y="2322212"/>
                </a:lnTo>
                <a:lnTo>
                  <a:pt x="293184" y="2052845"/>
                </a:lnTo>
                <a:lnTo>
                  <a:pt x="520411" y="767428"/>
                </a:lnTo>
                <a:cubicBezTo>
                  <a:pt x="325060" y="542715"/>
                  <a:pt x="-71458" y="102202"/>
                  <a:pt x="11167" y="5505"/>
                </a:cubicBezTo>
                <a:cubicBezTo>
                  <a:pt x="111065" y="-52229"/>
                  <a:pt x="554777" y="358209"/>
                  <a:pt x="771719" y="578452"/>
                </a:cubicBezTo>
                <a:lnTo>
                  <a:pt x="2041440" y="514597"/>
                </a:lnTo>
                <a:lnTo>
                  <a:pt x="2296406" y="662729"/>
                </a:lnTo>
                <a:lnTo>
                  <a:pt x="1124906" y="1004182"/>
                </a:lnTo>
                <a:lnTo>
                  <a:pt x="1676517" y="1608523"/>
                </a:lnTo>
                <a:cubicBezTo>
                  <a:pt x="1795262" y="1589016"/>
                  <a:pt x="2094931" y="1557316"/>
                  <a:pt x="2094931" y="1557316"/>
                </a:cubicBezTo>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8" name="Google Shape;278;p37"/>
          <p:cNvSpPr/>
          <p:nvPr/>
        </p:nvSpPr>
        <p:spPr>
          <a:xfrm>
            <a:off x="11359967" y="2499452"/>
            <a:ext cx="325806" cy="226603"/>
          </a:xfrm>
          <a:custGeom>
            <a:avLst/>
            <a:gdLst/>
            <a:ahLst/>
            <a:cxnLst/>
            <a:rect l="l" t="t" r="r" b="b"/>
            <a:pathLst>
              <a:path w="3219104" h="2180445" extrusionOk="0">
                <a:moveTo>
                  <a:pt x="631935" y="660566"/>
                </a:moveTo>
                <a:cubicBezTo>
                  <a:pt x="582229" y="660566"/>
                  <a:pt x="541935" y="700860"/>
                  <a:pt x="541935" y="750566"/>
                </a:cubicBezTo>
                <a:cubicBezTo>
                  <a:pt x="541935" y="800272"/>
                  <a:pt x="582229" y="840566"/>
                  <a:pt x="631935" y="840566"/>
                </a:cubicBezTo>
                <a:cubicBezTo>
                  <a:pt x="681641" y="840566"/>
                  <a:pt x="721935" y="800272"/>
                  <a:pt x="721935" y="750566"/>
                </a:cubicBezTo>
                <a:cubicBezTo>
                  <a:pt x="721935" y="700860"/>
                  <a:pt x="681641" y="660566"/>
                  <a:pt x="631935" y="660566"/>
                </a:cubicBezTo>
                <a:close/>
                <a:moveTo>
                  <a:pt x="2920524" y="132986"/>
                </a:moveTo>
                <a:cubicBezTo>
                  <a:pt x="2884582" y="132986"/>
                  <a:pt x="2855445" y="171564"/>
                  <a:pt x="2855445" y="219152"/>
                </a:cubicBezTo>
                <a:cubicBezTo>
                  <a:pt x="2855445" y="266740"/>
                  <a:pt x="2884582" y="305318"/>
                  <a:pt x="2920524" y="305318"/>
                </a:cubicBezTo>
                <a:cubicBezTo>
                  <a:pt x="2956466" y="305318"/>
                  <a:pt x="2985603" y="266740"/>
                  <a:pt x="2985603" y="219152"/>
                </a:cubicBezTo>
                <a:cubicBezTo>
                  <a:pt x="2985603" y="171564"/>
                  <a:pt x="2956466" y="132986"/>
                  <a:pt x="2920524" y="132986"/>
                </a:cubicBezTo>
                <a:close/>
                <a:moveTo>
                  <a:pt x="1840097" y="123357"/>
                </a:moveTo>
                <a:cubicBezTo>
                  <a:pt x="1690593" y="125267"/>
                  <a:pt x="1541569" y="163386"/>
                  <a:pt x="1407089" y="237534"/>
                </a:cubicBezTo>
                <a:lnTo>
                  <a:pt x="1442443" y="299445"/>
                </a:lnTo>
                <a:cubicBezTo>
                  <a:pt x="1690026" y="162934"/>
                  <a:pt x="1991162" y="159087"/>
                  <a:pt x="2242273" y="289227"/>
                </a:cubicBezTo>
                <a:lnTo>
                  <a:pt x="2275978" y="226435"/>
                </a:lnTo>
                <a:cubicBezTo>
                  <a:pt x="2139582" y="155746"/>
                  <a:pt x="1989600" y="121447"/>
                  <a:pt x="1840097" y="123357"/>
                </a:cubicBezTo>
                <a:close/>
                <a:moveTo>
                  <a:pt x="1808744" y="1233"/>
                </a:moveTo>
                <a:cubicBezTo>
                  <a:pt x="2156106" y="-14520"/>
                  <a:pt x="2554236" y="122009"/>
                  <a:pt x="2727916" y="332053"/>
                </a:cubicBezTo>
                <a:lnTo>
                  <a:pt x="2797407" y="426906"/>
                </a:lnTo>
                <a:cubicBezTo>
                  <a:pt x="2816730" y="407744"/>
                  <a:pt x="2822914" y="396798"/>
                  <a:pt x="2848347" y="374270"/>
                </a:cubicBezTo>
                <a:cubicBezTo>
                  <a:pt x="2789714" y="335227"/>
                  <a:pt x="2770554" y="301522"/>
                  <a:pt x="2770554" y="211287"/>
                </a:cubicBezTo>
                <a:cubicBezTo>
                  <a:pt x="2770554" y="109060"/>
                  <a:pt x="2826850" y="34523"/>
                  <a:pt x="2918697" y="33333"/>
                </a:cubicBezTo>
                <a:cubicBezTo>
                  <a:pt x="3010544" y="32143"/>
                  <a:pt x="3068737" y="122977"/>
                  <a:pt x="3064459" y="218431"/>
                </a:cubicBezTo>
                <a:cubicBezTo>
                  <a:pt x="3062319" y="266188"/>
                  <a:pt x="3063213" y="242475"/>
                  <a:pt x="3054577" y="285936"/>
                </a:cubicBezTo>
                <a:cubicBezTo>
                  <a:pt x="3088600" y="260795"/>
                  <a:pt x="3146396" y="297212"/>
                  <a:pt x="3198377" y="27802"/>
                </a:cubicBezTo>
                <a:cubicBezTo>
                  <a:pt x="3270974" y="270322"/>
                  <a:pt x="3142267" y="378871"/>
                  <a:pt x="2977023" y="405424"/>
                </a:cubicBezTo>
                <a:cubicBezTo>
                  <a:pt x="2937650" y="455263"/>
                  <a:pt x="2906651" y="507366"/>
                  <a:pt x="2854455" y="531728"/>
                </a:cubicBezTo>
                <a:cubicBezTo>
                  <a:pt x="2854593" y="531917"/>
                  <a:pt x="2854687" y="532126"/>
                  <a:pt x="2854781" y="532336"/>
                </a:cubicBezTo>
                <a:lnTo>
                  <a:pt x="2914835" y="719911"/>
                </a:lnTo>
                <a:cubicBezTo>
                  <a:pt x="2982387" y="1030651"/>
                  <a:pt x="2875068" y="1334999"/>
                  <a:pt x="2751965" y="1458417"/>
                </a:cubicBezTo>
                <a:cubicBezTo>
                  <a:pt x="2718119" y="1752479"/>
                  <a:pt x="2636178" y="1904762"/>
                  <a:pt x="2564924" y="2133185"/>
                </a:cubicBezTo>
                <a:cubicBezTo>
                  <a:pt x="2548001" y="2174319"/>
                  <a:pt x="2290597" y="2162941"/>
                  <a:pt x="2284362" y="2130560"/>
                </a:cubicBezTo>
                <a:cubicBezTo>
                  <a:pt x="2253189" y="1989654"/>
                  <a:pt x="2205984" y="1832997"/>
                  <a:pt x="2190842" y="1681589"/>
                </a:cubicBezTo>
                <a:cubicBezTo>
                  <a:pt x="1937891" y="1727975"/>
                  <a:pt x="1628829" y="1727099"/>
                  <a:pt x="1429318" y="1710471"/>
                </a:cubicBezTo>
                <a:cubicBezTo>
                  <a:pt x="1387456" y="1891634"/>
                  <a:pt x="1268107" y="2057044"/>
                  <a:pt x="1143413" y="2180445"/>
                </a:cubicBezTo>
                <a:lnTo>
                  <a:pt x="943012" y="2180445"/>
                </a:lnTo>
                <a:cubicBezTo>
                  <a:pt x="894916" y="2170818"/>
                  <a:pt x="902932" y="1825120"/>
                  <a:pt x="910948" y="1650083"/>
                </a:cubicBezTo>
                <a:cubicBezTo>
                  <a:pt x="600994" y="1508303"/>
                  <a:pt x="-80369" y="1319263"/>
                  <a:pt x="7807" y="838786"/>
                </a:cubicBezTo>
                <a:cubicBezTo>
                  <a:pt x="13151" y="796777"/>
                  <a:pt x="184160" y="802028"/>
                  <a:pt x="275009" y="799402"/>
                </a:cubicBezTo>
                <a:cubicBezTo>
                  <a:pt x="369419" y="659373"/>
                  <a:pt x="418407" y="582356"/>
                  <a:pt x="555570" y="465957"/>
                </a:cubicBezTo>
                <a:cubicBezTo>
                  <a:pt x="547554" y="374062"/>
                  <a:pt x="496786" y="206026"/>
                  <a:pt x="531522" y="190273"/>
                </a:cubicBezTo>
                <a:cubicBezTo>
                  <a:pt x="764877" y="64246"/>
                  <a:pt x="803177" y="250661"/>
                  <a:pt x="924308" y="355683"/>
                </a:cubicBezTo>
                <a:cubicBezTo>
                  <a:pt x="1130053" y="143013"/>
                  <a:pt x="1554903" y="11735"/>
                  <a:pt x="1808744" y="1233"/>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79" name="Google Shape;279;p37"/>
          <p:cNvSpPr/>
          <p:nvPr/>
        </p:nvSpPr>
        <p:spPr>
          <a:xfrm>
            <a:off x="7894816" y="1259741"/>
            <a:ext cx="167621" cy="421746"/>
          </a:xfrm>
          <a:custGeom>
            <a:avLst/>
            <a:gdLst/>
            <a:ahLst/>
            <a:cxnLst/>
            <a:rect l="l" t="t" r="r" b="b"/>
            <a:pathLst>
              <a:path w="1060423" h="2598393" extrusionOk="0">
                <a:moveTo>
                  <a:pt x="511607" y="1989888"/>
                </a:moveTo>
                <a:cubicBezTo>
                  <a:pt x="421916" y="2038892"/>
                  <a:pt x="392123" y="2248491"/>
                  <a:pt x="577615" y="2379095"/>
                </a:cubicBezTo>
                <a:cubicBezTo>
                  <a:pt x="531205" y="2257454"/>
                  <a:pt x="562054" y="2197447"/>
                  <a:pt x="592034" y="2136572"/>
                </a:cubicBezTo>
                <a:cubicBezTo>
                  <a:pt x="592534" y="2167519"/>
                  <a:pt x="560915" y="2234057"/>
                  <a:pt x="638675" y="2272816"/>
                </a:cubicBezTo>
                <a:cubicBezTo>
                  <a:pt x="602283" y="2156226"/>
                  <a:pt x="756001" y="2119500"/>
                  <a:pt x="594605" y="1990756"/>
                </a:cubicBezTo>
                <a:cubicBezTo>
                  <a:pt x="828052" y="2024484"/>
                  <a:pt x="759407" y="2143283"/>
                  <a:pt x="814896" y="2262952"/>
                </a:cubicBezTo>
                <a:cubicBezTo>
                  <a:pt x="774295" y="2270013"/>
                  <a:pt x="715464" y="2161619"/>
                  <a:pt x="728685" y="2212952"/>
                </a:cubicBezTo>
                <a:cubicBezTo>
                  <a:pt x="798068" y="2415798"/>
                  <a:pt x="590532" y="2421590"/>
                  <a:pt x="656442" y="2598393"/>
                </a:cubicBezTo>
                <a:cubicBezTo>
                  <a:pt x="451592" y="2586815"/>
                  <a:pt x="511509" y="2396411"/>
                  <a:pt x="415171" y="2350110"/>
                </a:cubicBezTo>
                <a:cubicBezTo>
                  <a:pt x="389023" y="2345435"/>
                  <a:pt x="357666" y="2366802"/>
                  <a:pt x="415723" y="2461957"/>
                </a:cubicBezTo>
                <a:cubicBezTo>
                  <a:pt x="77590" y="2209980"/>
                  <a:pt x="314998" y="2004011"/>
                  <a:pt x="511607" y="1989888"/>
                </a:cubicBezTo>
                <a:close/>
                <a:moveTo>
                  <a:pt x="344786" y="1884983"/>
                </a:moveTo>
                <a:lnTo>
                  <a:pt x="722598" y="1884983"/>
                </a:lnTo>
                <a:cubicBezTo>
                  <a:pt x="716460" y="1906965"/>
                  <a:pt x="711917" y="1928321"/>
                  <a:pt x="707988" y="1948728"/>
                </a:cubicBezTo>
                <a:lnTo>
                  <a:pt x="357819" y="1948059"/>
                </a:lnTo>
                <a:close/>
                <a:moveTo>
                  <a:pt x="530212" y="651224"/>
                </a:moveTo>
                <a:cubicBezTo>
                  <a:pt x="585486" y="651224"/>
                  <a:pt x="630294" y="696033"/>
                  <a:pt x="630294" y="751307"/>
                </a:cubicBezTo>
                <a:cubicBezTo>
                  <a:pt x="630294" y="806581"/>
                  <a:pt x="585486" y="851389"/>
                  <a:pt x="530212" y="851389"/>
                </a:cubicBezTo>
                <a:cubicBezTo>
                  <a:pt x="474938" y="851389"/>
                  <a:pt x="430129" y="806581"/>
                  <a:pt x="430129" y="751307"/>
                </a:cubicBezTo>
                <a:cubicBezTo>
                  <a:pt x="430129" y="696033"/>
                  <a:pt x="474938" y="651224"/>
                  <a:pt x="530212" y="651224"/>
                </a:cubicBezTo>
                <a:close/>
                <a:moveTo>
                  <a:pt x="530212" y="551141"/>
                </a:moveTo>
                <a:cubicBezTo>
                  <a:pt x="419664" y="551141"/>
                  <a:pt x="330046" y="640759"/>
                  <a:pt x="330046" y="751307"/>
                </a:cubicBezTo>
                <a:cubicBezTo>
                  <a:pt x="330046" y="861855"/>
                  <a:pt x="419664" y="951472"/>
                  <a:pt x="530212" y="951472"/>
                </a:cubicBezTo>
                <a:cubicBezTo>
                  <a:pt x="640760" y="951472"/>
                  <a:pt x="730377" y="861855"/>
                  <a:pt x="730377" y="751307"/>
                </a:cubicBezTo>
                <a:cubicBezTo>
                  <a:pt x="730377" y="640759"/>
                  <a:pt x="640760" y="551141"/>
                  <a:pt x="530212" y="551141"/>
                </a:cubicBezTo>
                <a:close/>
                <a:moveTo>
                  <a:pt x="286245" y="353827"/>
                </a:moveTo>
                <a:cubicBezTo>
                  <a:pt x="438132" y="439406"/>
                  <a:pt x="623290" y="440561"/>
                  <a:pt x="776100" y="356932"/>
                </a:cubicBezTo>
                <a:cubicBezTo>
                  <a:pt x="941305" y="720175"/>
                  <a:pt x="898096" y="1115325"/>
                  <a:pt x="825241" y="1447764"/>
                </a:cubicBezTo>
                <a:lnTo>
                  <a:pt x="1060423" y="1673413"/>
                </a:lnTo>
                <a:lnTo>
                  <a:pt x="1021935" y="1978110"/>
                </a:lnTo>
                <a:lnTo>
                  <a:pt x="745125" y="1786699"/>
                </a:lnTo>
                <a:lnTo>
                  <a:pt x="734250" y="1834148"/>
                </a:lnTo>
                <a:lnTo>
                  <a:pt x="332991" y="1834148"/>
                </a:lnTo>
                <a:cubicBezTo>
                  <a:pt x="330005" y="1820736"/>
                  <a:pt x="326662" y="1807037"/>
                  <a:pt x="323192" y="1793020"/>
                </a:cubicBezTo>
                <a:lnTo>
                  <a:pt x="38489" y="1989888"/>
                </a:lnTo>
                <a:lnTo>
                  <a:pt x="0" y="1685191"/>
                </a:lnTo>
                <a:lnTo>
                  <a:pt x="237343" y="1457469"/>
                </a:lnTo>
                <a:lnTo>
                  <a:pt x="238009" y="1459571"/>
                </a:lnTo>
                <a:lnTo>
                  <a:pt x="242012" y="1446515"/>
                </a:lnTo>
                <a:cubicBezTo>
                  <a:pt x="171205" y="1115067"/>
                  <a:pt x="127758" y="714059"/>
                  <a:pt x="286245" y="353827"/>
                </a:cubicBezTo>
                <a:close/>
                <a:moveTo>
                  <a:pt x="527942" y="0"/>
                </a:moveTo>
                <a:cubicBezTo>
                  <a:pt x="622760" y="95693"/>
                  <a:pt x="695048" y="196745"/>
                  <a:pt x="748164" y="301374"/>
                </a:cubicBezTo>
                <a:cubicBezTo>
                  <a:pt x="612692" y="376844"/>
                  <a:pt x="447588" y="375495"/>
                  <a:pt x="312997" y="298024"/>
                </a:cubicBezTo>
                <a:cubicBezTo>
                  <a:pt x="364591" y="193505"/>
                  <a:pt x="435080" y="93397"/>
                  <a:pt x="527942"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80" name="Google Shape;280;p37"/>
          <p:cNvSpPr/>
          <p:nvPr/>
        </p:nvSpPr>
        <p:spPr>
          <a:xfrm>
            <a:off x="10432232" y="1345945"/>
            <a:ext cx="307133" cy="249338"/>
          </a:xfrm>
          <a:custGeom>
            <a:avLst/>
            <a:gdLst/>
            <a:ahLst/>
            <a:cxnLst/>
            <a:rect l="l" t="t" r="r" b="b"/>
            <a:pathLst>
              <a:path w="3219104" h="2545072" extrusionOk="0">
                <a:moveTo>
                  <a:pt x="2779672" y="457200"/>
                </a:moveTo>
                <a:lnTo>
                  <a:pt x="2975888" y="457200"/>
                </a:lnTo>
                <a:cubicBezTo>
                  <a:pt x="3110212" y="457200"/>
                  <a:pt x="3219104" y="566092"/>
                  <a:pt x="3219104" y="700416"/>
                </a:cubicBezTo>
                <a:lnTo>
                  <a:pt x="3219104" y="2301856"/>
                </a:lnTo>
                <a:cubicBezTo>
                  <a:pt x="3219104" y="2436180"/>
                  <a:pt x="3110212" y="2545072"/>
                  <a:pt x="2975888" y="2545072"/>
                </a:cubicBezTo>
                <a:lnTo>
                  <a:pt x="2779672" y="2545072"/>
                </a:lnTo>
                <a:close/>
                <a:moveTo>
                  <a:pt x="243216" y="457200"/>
                </a:moveTo>
                <a:lnTo>
                  <a:pt x="439432" y="457200"/>
                </a:lnTo>
                <a:lnTo>
                  <a:pt x="439432" y="2545072"/>
                </a:lnTo>
                <a:lnTo>
                  <a:pt x="243216" y="2545072"/>
                </a:lnTo>
                <a:cubicBezTo>
                  <a:pt x="108892" y="2545072"/>
                  <a:pt x="0" y="2436180"/>
                  <a:pt x="0" y="2301856"/>
                </a:cubicBezTo>
                <a:lnTo>
                  <a:pt x="0" y="700416"/>
                </a:lnTo>
                <a:cubicBezTo>
                  <a:pt x="0" y="566092"/>
                  <a:pt x="108892" y="457200"/>
                  <a:pt x="243216" y="457200"/>
                </a:cubicBezTo>
                <a:close/>
                <a:moveTo>
                  <a:pt x="1428476" y="174246"/>
                </a:moveTo>
                <a:cubicBezTo>
                  <a:pt x="1372210" y="174246"/>
                  <a:pt x="1326598" y="219858"/>
                  <a:pt x="1326598" y="276124"/>
                </a:cubicBezTo>
                <a:lnTo>
                  <a:pt x="1326598" y="457200"/>
                </a:lnTo>
                <a:lnTo>
                  <a:pt x="1892506" y="457200"/>
                </a:lnTo>
                <a:lnTo>
                  <a:pt x="1892506" y="276124"/>
                </a:lnTo>
                <a:cubicBezTo>
                  <a:pt x="1892506" y="219858"/>
                  <a:pt x="1846894" y="174246"/>
                  <a:pt x="1790628" y="174246"/>
                </a:cubicBezTo>
                <a:close/>
                <a:moveTo>
                  <a:pt x="1285704" y="0"/>
                </a:moveTo>
                <a:lnTo>
                  <a:pt x="1933400" y="0"/>
                </a:lnTo>
                <a:cubicBezTo>
                  <a:pt x="2007048" y="0"/>
                  <a:pt x="2066752" y="59704"/>
                  <a:pt x="2066752" y="133352"/>
                </a:cubicBezTo>
                <a:lnTo>
                  <a:pt x="2066752" y="457200"/>
                </a:lnTo>
                <a:lnTo>
                  <a:pt x="2599672" y="457200"/>
                </a:lnTo>
                <a:lnTo>
                  <a:pt x="2599672" y="2545072"/>
                </a:lnTo>
                <a:lnTo>
                  <a:pt x="619432" y="2545072"/>
                </a:lnTo>
                <a:lnTo>
                  <a:pt x="619432" y="457200"/>
                </a:lnTo>
                <a:lnTo>
                  <a:pt x="1152352" y="457200"/>
                </a:lnTo>
                <a:lnTo>
                  <a:pt x="1152352" y="133352"/>
                </a:lnTo>
                <a:cubicBezTo>
                  <a:pt x="1152352" y="59704"/>
                  <a:pt x="1212056" y="0"/>
                  <a:pt x="1285704"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81" name="Google Shape;281;p37"/>
          <p:cNvSpPr/>
          <p:nvPr/>
        </p:nvSpPr>
        <p:spPr>
          <a:xfrm>
            <a:off x="9288539" y="2481849"/>
            <a:ext cx="252857" cy="261808"/>
          </a:xfrm>
          <a:custGeom>
            <a:avLst/>
            <a:gdLst/>
            <a:ahLst/>
            <a:cxnLst/>
            <a:rect l="l" t="t" r="r" b="b"/>
            <a:pathLst>
              <a:path w="1652142" h="1665940" extrusionOk="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
        <p:nvSpPr>
          <p:cNvPr id="282" name="Google Shape;282;p37"/>
          <p:cNvSpPr/>
          <p:nvPr/>
        </p:nvSpPr>
        <p:spPr>
          <a:xfrm>
            <a:off x="10484511" y="2464044"/>
            <a:ext cx="240767" cy="297417"/>
          </a:xfrm>
          <a:custGeom>
            <a:avLst/>
            <a:gdLst/>
            <a:ahLst/>
            <a:cxnLst/>
            <a:rect l="l" t="t" r="r" b="b"/>
            <a:pathLst>
              <a:path w="2671236" h="3213546" extrusionOk="0">
                <a:moveTo>
                  <a:pt x="1336943" y="151152"/>
                </a:moveTo>
                <a:cubicBezTo>
                  <a:pt x="1223677" y="151152"/>
                  <a:pt x="1131857" y="242973"/>
                  <a:pt x="1131857" y="356239"/>
                </a:cubicBezTo>
                <a:cubicBezTo>
                  <a:pt x="1131857" y="469506"/>
                  <a:pt x="1223677" y="561326"/>
                  <a:pt x="1336943" y="561326"/>
                </a:cubicBezTo>
                <a:cubicBezTo>
                  <a:pt x="1450210" y="561326"/>
                  <a:pt x="1542030" y="469506"/>
                  <a:pt x="1542030" y="356239"/>
                </a:cubicBezTo>
                <a:cubicBezTo>
                  <a:pt x="1542030" y="242973"/>
                  <a:pt x="1450210" y="151152"/>
                  <a:pt x="1336943" y="151152"/>
                </a:cubicBezTo>
                <a:close/>
                <a:moveTo>
                  <a:pt x="1336943" y="0"/>
                </a:moveTo>
                <a:cubicBezTo>
                  <a:pt x="1533689" y="0"/>
                  <a:pt x="1693182" y="159493"/>
                  <a:pt x="1693182" y="356239"/>
                </a:cubicBezTo>
                <a:cubicBezTo>
                  <a:pt x="1693182" y="499348"/>
                  <a:pt x="1608797" y="622748"/>
                  <a:pt x="1486649" y="678491"/>
                </a:cubicBezTo>
                <a:lnTo>
                  <a:pt x="1504985" y="861628"/>
                </a:lnTo>
                <a:lnTo>
                  <a:pt x="2050955" y="861628"/>
                </a:lnTo>
                <a:cubicBezTo>
                  <a:pt x="2073924" y="808095"/>
                  <a:pt x="2127168" y="770742"/>
                  <a:pt x="2189136" y="770742"/>
                </a:cubicBezTo>
                <a:cubicBezTo>
                  <a:pt x="2272476" y="770742"/>
                  <a:pt x="2340037" y="838303"/>
                  <a:pt x="2340037" y="921643"/>
                </a:cubicBezTo>
                <a:cubicBezTo>
                  <a:pt x="2340037" y="1004983"/>
                  <a:pt x="2272476" y="1072544"/>
                  <a:pt x="2189136" y="1072544"/>
                </a:cubicBezTo>
                <a:cubicBezTo>
                  <a:pt x="2127168" y="1072544"/>
                  <a:pt x="2073924" y="1035191"/>
                  <a:pt x="2050955" y="981658"/>
                </a:cubicBezTo>
                <a:lnTo>
                  <a:pt x="1517002" y="981658"/>
                </a:lnTo>
                <a:lnTo>
                  <a:pt x="1678124" y="2590970"/>
                </a:lnTo>
                <a:cubicBezTo>
                  <a:pt x="2063444" y="2451708"/>
                  <a:pt x="2360829" y="2287813"/>
                  <a:pt x="2381761" y="1860600"/>
                </a:cubicBezTo>
                <a:cubicBezTo>
                  <a:pt x="2329006" y="1862811"/>
                  <a:pt x="2276981" y="1871755"/>
                  <a:pt x="2228094" y="1886075"/>
                </a:cubicBezTo>
                <a:cubicBezTo>
                  <a:pt x="2324645" y="1771974"/>
                  <a:pt x="2415523" y="1665436"/>
                  <a:pt x="2449665" y="1504055"/>
                </a:cubicBezTo>
                <a:cubicBezTo>
                  <a:pt x="2485699" y="1663545"/>
                  <a:pt x="2574685" y="1764408"/>
                  <a:pt x="2671236" y="1886075"/>
                </a:cubicBezTo>
                <a:cubicBezTo>
                  <a:pt x="2622475" y="1872164"/>
                  <a:pt x="2568855" y="1862858"/>
                  <a:pt x="2513341" y="1860541"/>
                </a:cubicBezTo>
                <a:cubicBezTo>
                  <a:pt x="2486075" y="2436981"/>
                  <a:pt x="2151724" y="2992040"/>
                  <a:pt x="1522375" y="3040581"/>
                </a:cubicBezTo>
                <a:cubicBezTo>
                  <a:pt x="1427529" y="3119259"/>
                  <a:pt x="1392747" y="3155891"/>
                  <a:pt x="1336943" y="3213546"/>
                </a:cubicBezTo>
                <a:cubicBezTo>
                  <a:pt x="1284048" y="3153728"/>
                  <a:pt x="1252174" y="3120936"/>
                  <a:pt x="1157234" y="3046101"/>
                </a:cubicBezTo>
                <a:cubicBezTo>
                  <a:pt x="592479" y="2980043"/>
                  <a:pt x="187829" y="2438320"/>
                  <a:pt x="160409" y="1860193"/>
                </a:cubicBezTo>
                <a:cubicBezTo>
                  <a:pt x="105366" y="1862056"/>
                  <a:pt x="50978" y="1871143"/>
                  <a:pt x="0" y="1886075"/>
                </a:cubicBezTo>
                <a:cubicBezTo>
                  <a:pt x="96552" y="1771974"/>
                  <a:pt x="187429" y="1665436"/>
                  <a:pt x="221571" y="1504055"/>
                </a:cubicBezTo>
                <a:cubicBezTo>
                  <a:pt x="257605" y="1663545"/>
                  <a:pt x="346591" y="1764408"/>
                  <a:pt x="443143" y="1886075"/>
                </a:cubicBezTo>
                <a:cubicBezTo>
                  <a:pt x="396276" y="1872705"/>
                  <a:pt x="344922" y="1863589"/>
                  <a:pt x="291687" y="1860996"/>
                </a:cubicBezTo>
                <a:cubicBezTo>
                  <a:pt x="313360" y="2289054"/>
                  <a:pt x="617325" y="2454996"/>
                  <a:pt x="1001768" y="2593980"/>
                </a:cubicBezTo>
                <a:lnTo>
                  <a:pt x="1157883" y="981658"/>
                </a:lnTo>
                <a:lnTo>
                  <a:pt x="666108" y="981658"/>
                </a:lnTo>
                <a:cubicBezTo>
                  <a:pt x="643139" y="1035191"/>
                  <a:pt x="589896" y="1072543"/>
                  <a:pt x="527928" y="1072543"/>
                </a:cubicBezTo>
                <a:cubicBezTo>
                  <a:pt x="444588" y="1072543"/>
                  <a:pt x="377027" y="1004982"/>
                  <a:pt x="377027" y="921642"/>
                </a:cubicBezTo>
                <a:cubicBezTo>
                  <a:pt x="377027" y="838302"/>
                  <a:pt x="444588" y="770741"/>
                  <a:pt x="527928" y="770741"/>
                </a:cubicBezTo>
                <a:cubicBezTo>
                  <a:pt x="589896" y="770741"/>
                  <a:pt x="643141" y="808095"/>
                  <a:pt x="666110" y="861628"/>
                </a:cubicBezTo>
                <a:lnTo>
                  <a:pt x="1169505" y="861628"/>
                </a:lnTo>
                <a:lnTo>
                  <a:pt x="1187237" y="678491"/>
                </a:lnTo>
                <a:cubicBezTo>
                  <a:pt x="1065090" y="622748"/>
                  <a:pt x="980704" y="499348"/>
                  <a:pt x="980704" y="356239"/>
                </a:cubicBezTo>
                <a:cubicBezTo>
                  <a:pt x="980704" y="159493"/>
                  <a:pt x="1140198" y="0"/>
                  <a:pt x="1336943"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rgbClr val="00B0F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1704</Words>
  <Application>Microsoft Office PowerPoint</Application>
  <PresentationFormat>Panorámica</PresentationFormat>
  <Paragraphs>119</Paragraphs>
  <Slides>30</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30</vt:i4>
      </vt:variant>
    </vt:vector>
  </HeadingPairs>
  <TitlesOfParts>
    <vt:vector size="37" baseType="lpstr">
      <vt:lpstr>Noto Sans Symbols</vt:lpstr>
      <vt:lpstr>Arial</vt:lpstr>
      <vt:lpstr>Calibri</vt:lpstr>
      <vt:lpstr>Gill Sans</vt:lpstr>
      <vt:lpstr>Inter</vt:lpstr>
      <vt:lpstr>Roboto</vt:lpstr>
      <vt:lpstr>Tema de Office</vt:lpstr>
      <vt:lpstr>OFIMATICA</vt:lpstr>
      <vt:lpstr>Funciones Excel 2019</vt:lpstr>
      <vt:lpstr>Presentación de PowerPoint</vt:lpstr>
      <vt:lpstr>Presentación de PowerPoint</vt:lpstr>
      <vt:lpstr>Presentación de PowerPoint</vt:lpstr>
      <vt:lpstr>Fórmula vs. Función</vt:lpstr>
      <vt:lpstr>Aspectos destacados clave</vt:lpstr>
      <vt:lpstr>Ejemplos de una fórmula</vt:lpstr>
      <vt:lpstr>Ejemplos de una función</vt:lpstr>
      <vt:lpstr>Fórmula vs. Función en la Práctica</vt:lpstr>
      <vt:lpstr>SUMA()</vt:lpstr>
      <vt:lpstr>PROMEDIO()</vt:lpstr>
      <vt:lpstr>MAX()</vt:lpstr>
      <vt:lpstr>MIN()</vt:lpstr>
      <vt:lpstr>SI()</vt:lpstr>
      <vt:lpstr>CONTAR()</vt:lpstr>
      <vt:lpstr>CONTARA()</vt:lpstr>
      <vt:lpstr>Función SI.ERROR()</vt:lpstr>
      <vt:lpstr>Función Y()</vt:lpstr>
      <vt:lpstr>Función O()</vt:lpstr>
      <vt:lpstr>Función CONTAR.SI()</vt:lpstr>
      <vt:lpstr>Función SUMAR.SI()</vt:lpstr>
      <vt:lpstr>Función PROMEDIO.SI()</vt:lpstr>
      <vt:lpstr>Función BUSCARV()</vt:lpstr>
      <vt:lpstr>Función BUSCARX()</vt:lpstr>
      <vt:lpstr>Funciones de texto</vt:lpstr>
      <vt:lpstr>Funciones de fecha y hora</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yeison danner carhuapoma dett</cp:lastModifiedBy>
  <cp:revision>10</cp:revision>
  <dcterms:created xsi:type="dcterms:W3CDTF">2022-08-04T17:49:01Z</dcterms:created>
  <dcterms:modified xsi:type="dcterms:W3CDTF">2025-10-19T15:44:15Z</dcterms:modified>
</cp:coreProperties>
</file>